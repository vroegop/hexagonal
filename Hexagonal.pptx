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4"/>
  </p:sldMasterIdLst>
  <p:notesMasterIdLst>
    <p:notesMasterId r:id="rId28"/>
  </p:notesMasterIdLst>
  <p:handoutMasterIdLst>
    <p:handoutMasterId r:id="rId29"/>
  </p:handoutMasterIdLst>
  <p:sldIdLst>
    <p:sldId id="278" r:id="rId5"/>
    <p:sldId id="293" r:id="rId6"/>
    <p:sldId id="294" r:id="rId7"/>
    <p:sldId id="297" r:id="rId8"/>
    <p:sldId id="295" r:id="rId9"/>
    <p:sldId id="296" r:id="rId10"/>
    <p:sldId id="271" r:id="rId11"/>
    <p:sldId id="299" r:id="rId12"/>
    <p:sldId id="401" r:id="rId13"/>
    <p:sldId id="402" r:id="rId14"/>
    <p:sldId id="403" r:id="rId15"/>
    <p:sldId id="398" r:id="rId16"/>
    <p:sldId id="399" r:id="rId17"/>
    <p:sldId id="404" r:id="rId18"/>
    <p:sldId id="405" r:id="rId19"/>
    <p:sldId id="406" r:id="rId20"/>
    <p:sldId id="407" r:id="rId21"/>
    <p:sldId id="408" r:id="rId22"/>
    <p:sldId id="409" r:id="rId23"/>
    <p:sldId id="396" r:id="rId24"/>
    <p:sldId id="410" r:id="rId25"/>
    <p:sldId id="400" r:id="rId26"/>
    <p:sldId id="412" r:id="rId27"/>
  </p:sldIdLst>
  <p:sldSz cx="12192000" cy="6858000"/>
  <p:notesSz cx="6858000" cy="9144000"/>
  <p:defaultTextStyle>
    <a:defPPr rtl="0">
      <a:defRPr lang="nl-NL"/>
    </a:defPPr>
    <a:lvl1pPr marL="0" algn="l" defTabSz="914400" rtl="0" eaLnBrk="1" latinLnBrk="0" hangingPunct="1">
      <a:defRPr lang="nl-NL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lang="nl-NL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lang="nl-NL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lang="nl-NL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lang="nl-NL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lang="nl-NL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lang="nl-NL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lang="nl-NL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lang="nl-NL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2" pos="3840">
          <p15:clr>
            <a:srgbClr val="F26B43"/>
          </p15:clr>
        </p15:guide>
        <p15:guide id="3" orient="horz" pos="216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6F12D38-A9D2-4B36-B539-0DA7EE21F0C8}" v="38" dt="2025-11-07T15:28:52.368"/>
  </p1510:revLst>
</p1510:revInfo>
</file>

<file path=ppt/tableStyles.xml><?xml version="1.0" encoding="utf-8"?>
<a:tblStyleLst xmlns:a="http://schemas.openxmlformats.org/drawingml/2006/main" def="{72833802-FEF1-4C79-8D5D-14CF1EAF98D9}"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7" autoAdjust="0"/>
    <p:restoredTop sz="95388" autoAdjust="0"/>
  </p:normalViewPr>
  <p:slideViewPr>
    <p:cSldViewPr snapToGrid="0">
      <p:cViewPr varScale="1">
        <p:scale>
          <a:sx n="110" d="100"/>
          <a:sy n="110" d="100"/>
        </p:scale>
        <p:origin x="114" y="1188"/>
      </p:cViewPr>
      <p:guideLst>
        <p:guide pos="3840"/>
        <p:guide orient="horz" pos="2160"/>
      </p:guideLst>
    </p:cSldViewPr>
  </p:slideViewPr>
  <p:outlineViewPr>
    <p:cViewPr>
      <p:scale>
        <a:sx n="33" d="100"/>
        <a:sy n="33" d="100"/>
      </p:scale>
      <p:origin x="0" y="-432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1757"/>
    </p:cViewPr>
  </p:sorterViewPr>
  <p:notesViewPr>
    <p:cSldViewPr snapToGrid="0">
      <p:cViewPr varScale="1">
        <p:scale>
          <a:sx n="82" d="100"/>
          <a:sy n="82" d="100"/>
        </p:scale>
        <p:origin x="3954" y="9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34" Type="http://schemas.microsoft.com/office/2015/10/relationships/revisionInfo" Target="revisionInfo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handoutMaster" Target="handoutMasters/handout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theme" Target="theme/theme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presProps" Target="presProps.xml"/><Relationship Id="rId8" Type="http://schemas.openxmlformats.org/officeDocument/2006/relationships/slide" Target="slides/slide4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koptekst 1">
            <a:extLst>
              <a:ext uri="{FF2B5EF4-FFF2-40B4-BE49-F238E27FC236}">
                <a16:creationId xmlns:a16="http://schemas.microsoft.com/office/drawing/2014/main" id="{95F4DCF1-ECAF-F7A7-2FE7-5E8E893BC44F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lang="nl-NL" sz="1200"/>
            </a:lvl1pPr>
          </a:lstStyle>
          <a:p>
            <a:pPr rtl="0"/>
            <a:endParaRPr lang="nl-NL" dirty="0"/>
          </a:p>
        </p:txBody>
      </p:sp>
      <p:sp>
        <p:nvSpPr>
          <p:cNvPr id="3" name="Tijdelijke aanduiding voor datum 2">
            <a:extLst>
              <a:ext uri="{FF2B5EF4-FFF2-40B4-BE49-F238E27FC236}">
                <a16:creationId xmlns:a16="http://schemas.microsoft.com/office/drawing/2014/main" id="{2C1330B0-5BAC-7408-8C3C-78D8336840E5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lang="nl-NL" sz="1200"/>
            </a:lvl1pPr>
          </a:lstStyle>
          <a:p>
            <a:pPr rtl="0"/>
            <a:fld id="{A3AE79CE-3734-4358-BDE9-79770F7E4A1D}" type="datetime1">
              <a:rPr lang="nl-NL" smtClean="0"/>
              <a:t>7-11-2025</a:t>
            </a:fld>
            <a:endParaRPr lang="nl-NL" dirty="0"/>
          </a:p>
        </p:txBody>
      </p:sp>
      <p:sp>
        <p:nvSpPr>
          <p:cNvPr id="4" name="Tijdelijke aanduiding voor voettekst 3">
            <a:extLst>
              <a:ext uri="{FF2B5EF4-FFF2-40B4-BE49-F238E27FC236}">
                <a16:creationId xmlns:a16="http://schemas.microsoft.com/office/drawing/2014/main" id="{F0D7EEB3-E0A5-7440-F7ED-F59975ED1E8C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lang="nl-NL" sz="1200"/>
            </a:lvl1pPr>
          </a:lstStyle>
          <a:p>
            <a:pPr rtl="0"/>
            <a:endParaRPr lang="nl-NL" dirty="0"/>
          </a:p>
        </p:txBody>
      </p:sp>
      <p:sp>
        <p:nvSpPr>
          <p:cNvPr id="5" name="Tijdelijke aanduiding voor dianummer 4">
            <a:extLst>
              <a:ext uri="{FF2B5EF4-FFF2-40B4-BE49-F238E27FC236}">
                <a16:creationId xmlns:a16="http://schemas.microsoft.com/office/drawing/2014/main" id="{3F548D11-7466-6432-3BF5-64A1A1FA59C6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lang="nl-NL" sz="1200"/>
            </a:lvl1pPr>
          </a:lstStyle>
          <a:p>
            <a:pPr rtl="0"/>
            <a:fld id="{CFA70580-B89C-4157-871D-6B9318EE5F58}" type="slidenum">
              <a:rPr lang="nl-NL" smtClean="0"/>
              <a:t>‹#›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29431574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koptekst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lang="nl-NL" sz="1200"/>
            </a:lvl1pPr>
          </a:lstStyle>
          <a:p>
            <a:pPr rtl="0"/>
            <a:endParaRPr lang="nl-NL" dirty="0"/>
          </a:p>
        </p:txBody>
      </p:sp>
      <p:sp>
        <p:nvSpPr>
          <p:cNvPr id="3" name="Tijdelijke aanduiding voor datum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lang="nl-NL" sz="1200"/>
            </a:lvl1pPr>
          </a:lstStyle>
          <a:p>
            <a:fld id="{B3CB6731-ED07-407D-AF4F-126AF1D3A166}" type="datetime1">
              <a:rPr lang="nl-NL" smtClean="0"/>
              <a:pPr/>
              <a:t>7-11-2025</a:t>
            </a:fld>
            <a:endParaRPr lang="nl-NL" dirty="0"/>
          </a:p>
        </p:txBody>
      </p:sp>
      <p:sp>
        <p:nvSpPr>
          <p:cNvPr id="4" name="Tijdelijke aanduiding voor dia-afbeelding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>
            <a:defPPr>
              <a:defRPr lang="nl-NL"/>
            </a:defPPr>
          </a:lstStyle>
          <a:p>
            <a:pPr rtl="0"/>
            <a:endParaRPr lang="nl-NL" dirty="0"/>
          </a:p>
        </p:txBody>
      </p:sp>
      <p:sp>
        <p:nvSpPr>
          <p:cNvPr id="5" name="Tijdelijke aanduiding voor notiti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>
            <a:defPPr>
              <a:defRPr lang="nl-NL"/>
            </a:defPPr>
          </a:lstStyle>
          <a:p>
            <a:pPr lvl="0" rtl="0"/>
            <a:r>
              <a:rPr lang="nl-NL"/>
              <a:t>Klik om de tekststijlen van het model te bewerken</a:t>
            </a:r>
          </a:p>
          <a:p>
            <a:pPr lvl="1" rtl="0"/>
            <a:r>
              <a:rPr lang="nl-NL"/>
              <a:t>Tweede niveau</a:t>
            </a:r>
          </a:p>
          <a:p>
            <a:pPr lvl="2" rtl="0"/>
            <a:r>
              <a:rPr lang="nl-NL"/>
              <a:t>Derde niveau</a:t>
            </a:r>
          </a:p>
          <a:p>
            <a:pPr lvl="3" rtl="0"/>
            <a:r>
              <a:rPr lang="nl-NL"/>
              <a:t>Vierde niveau</a:t>
            </a:r>
          </a:p>
          <a:p>
            <a:pPr lvl="4" rtl="0"/>
            <a:r>
              <a:rPr lang="nl-NL"/>
              <a:t>Vijfde niveau</a:t>
            </a:r>
          </a:p>
        </p:txBody>
      </p:sp>
      <p:sp>
        <p:nvSpPr>
          <p:cNvPr id="6" name="Tijdelijke aanduiding voor voettekst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lang="nl-NL" sz="1200"/>
            </a:lvl1pPr>
          </a:lstStyle>
          <a:p>
            <a:pPr rtl="0"/>
            <a:endParaRPr lang="nl-NL" dirty="0"/>
          </a:p>
        </p:txBody>
      </p:sp>
      <p:sp>
        <p:nvSpPr>
          <p:cNvPr id="7" name="Tijdelijke aanduiding voor dianumm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lang="nl-NL" sz="1200"/>
            </a:lvl1pPr>
          </a:lstStyle>
          <a:p>
            <a:pPr rtl="0"/>
            <a:fld id="{E7AF00E9-A49D-4007-B3B9-A3783809E505}" type="slidenum">
              <a:rPr lang="nl-NL" smtClean="0"/>
              <a:t>‹#›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22096977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lang="nl-NL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lang="nl-NL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lang="nl-NL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lang="nl-NL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lang="nl-NL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lang="nl-NL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lang="nl-NL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lang="nl-NL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lang="nl-NL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nl-NL"/>
            </a:defPPr>
          </a:lstStyle>
          <a:p>
            <a:pPr rtl="0"/>
            <a:endParaRPr lang="nl-NL" dirty="0"/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nl-NL"/>
            </a:defPPr>
          </a:lstStyle>
          <a:p>
            <a:pPr rtl="0"/>
            <a:fld id="{E7AF00E9-A49D-4007-B3B9-A3783809E505}" type="slidenum">
              <a:rPr lang="nl-NL" smtClean="0"/>
              <a:t>1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218922375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nl-NL"/>
            </a:defPPr>
          </a:lstStyle>
          <a:p>
            <a:pPr rtl="0"/>
            <a:endParaRPr lang="nl-NL" dirty="0"/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nl-NL"/>
            </a:defPPr>
          </a:lstStyle>
          <a:p>
            <a:pPr rtl="0"/>
            <a:fld id="{E7AF00E9-A49D-4007-B3B9-A3783809E505}" type="slidenum">
              <a:rPr lang="nl-NL" smtClean="0"/>
              <a:t>7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60319175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nl-NL" dirty="0"/>
              <a:t>The </a:t>
            </a:r>
            <a:r>
              <a:rPr lang="nl-NL" dirty="0" err="1"/>
              <a:t>difference</a:t>
            </a:r>
            <a:r>
              <a:rPr lang="nl-NL" dirty="0"/>
              <a:t> is </a:t>
            </a:r>
            <a:r>
              <a:rPr lang="nl-NL" dirty="0" err="1"/>
              <a:t>remarkably</a:t>
            </a:r>
            <a:r>
              <a:rPr lang="nl-NL" dirty="0"/>
              <a:t> </a:t>
            </a:r>
            <a:r>
              <a:rPr lang="nl-NL" dirty="0" err="1"/>
              <a:t>simple</a:t>
            </a:r>
            <a:r>
              <a:rPr lang="nl-NL" dirty="0"/>
              <a:t>: Inverse </a:t>
            </a:r>
            <a:r>
              <a:rPr lang="nl-NL" dirty="0" err="1"/>
              <a:t>your</a:t>
            </a:r>
            <a:r>
              <a:rPr lang="nl-NL" dirty="0"/>
              <a:t> </a:t>
            </a:r>
            <a:r>
              <a:rPr lang="nl-NL" dirty="0" err="1"/>
              <a:t>dependencies</a:t>
            </a:r>
            <a:r>
              <a:rPr lang="nl-NL" dirty="0"/>
              <a:t> - </a:t>
            </a:r>
            <a:r>
              <a:rPr lang="nl-NL" dirty="0" err="1"/>
              <a:t>everything</a:t>
            </a:r>
            <a:r>
              <a:rPr lang="nl-NL" dirty="0"/>
              <a:t> </a:t>
            </a:r>
            <a:r>
              <a:rPr lang="nl-NL" dirty="0" err="1"/>
              <a:t>relies</a:t>
            </a:r>
            <a:r>
              <a:rPr lang="nl-NL" dirty="0"/>
              <a:t> on domain</a:t>
            </a:r>
            <a:br>
              <a:rPr lang="nl-NL" dirty="0"/>
            </a:br>
            <a:br>
              <a:rPr lang="nl-NL" dirty="0"/>
            </a:br>
            <a:r>
              <a:rPr lang="nl-NL" dirty="0"/>
              <a:t>Making </a:t>
            </a:r>
            <a:r>
              <a:rPr lang="nl-NL" dirty="0" err="1"/>
              <a:t>your</a:t>
            </a:r>
            <a:r>
              <a:rPr lang="nl-NL" dirty="0"/>
              <a:t> Business Logic </a:t>
            </a:r>
            <a:r>
              <a:rPr lang="nl-NL" dirty="0" err="1"/>
              <a:t>define</a:t>
            </a:r>
            <a:r>
              <a:rPr lang="nl-NL" dirty="0"/>
              <a:t> interfaces </a:t>
            </a:r>
            <a:r>
              <a:rPr lang="nl-NL" dirty="0" err="1"/>
              <a:t>for</a:t>
            </a:r>
            <a:r>
              <a:rPr lang="nl-NL" dirty="0"/>
              <a:t> </a:t>
            </a:r>
            <a:r>
              <a:rPr lang="nl-NL" dirty="0" err="1"/>
              <a:t>your</a:t>
            </a:r>
            <a:r>
              <a:rPr lang="nl-NL" dirty="0"/>
              <a:t> Adapters, </a:t>
            </a:r>
            <a:r>
              <a:rPr lang="nl-NL" dirty="0" err="1"/>
              <a:t>which</a:t>
            </a:r>
            <a:r>
              <a:rPr lang="nl-NL" dirty="0"/>
              <a:t> are </a:t>
            </a:r>
            <a:r>
              <a:rPr lang="nl-NL" dirty="0" err="1"/>
              <a:t>where</a:t>
            </a:r>
            <a:r>
              <a:rPr lang="nl-NL" dirty="0"/>
              <a:t> </a:t>
            </a:r>
            <a:r>
              <a:rPr lang="nl-NL" dirty="0" err="1"/>
              <a:t>your</a:t>
            </a:r>
            <a:r>
              <a:rPr lang="nl-NL" dirty="0"/>
              <a:t> ‘</a:t>
            </a:r>
            <a:r>
              <a:rPr lang="nl-NL" dirty="0" err="1"/>
              <a:t>outside</a:t>
            </a:r>
            <a:r>
              <a:rPr lang="nl-NL" dirty="0"/>
              <a:t> </a:t>
            </a:r>
            <a:r>
              <a:rPr lang="nl-NL" dirty="0" err="1"/>
              <a:t>world</a:t>
            </a:r>
            <a:r>
              <a:rPr lang="nl-NL" dirty="0"/>
              <a:t> code’ </a:t>
            </a:r>
            <a:r>
              <a:rPr lang="nl-NL" dirty="0" err="1"/>
              <a:t>lives</a:t>
            </a:r>
            <a:r>
              <a:rPr lang="nl-NL" dirty="0"/>
              <a:t>, </a:t>
            </a:r>
            <a:r>
              <a:rPr lang="nl-NL" dirty="0" err="1"/>
              <a:t>you</a:t>
            </a:r>
            <a:r>
              <a:rPr lang="nl-NL" dirty="0"/>
              <a:t> </a:t>
            </a:r>
            <a:r>
              <a:rPr lang="nl-NL" dirty="0" err="1"/>
              <a:t>automatically</a:t>
            </a:r>
            <a:r>
              <a:rPr lang="nl-NL" dirty="0"/>
              <a:t> </a:t>
            </a:r>
            <a:r>
              <a:rPr lang="nl-NL" dirty="0" err="1"/>
              <a:t>think</a:t>
            </a:r>
            <a:r>
              <a:rPr lang="nl-NL" dirty="0"/>
              <a:t> </a:t>
            </a:r>
            <a:r>
              <a:rPr lang="nl-NL" dirty="0" err="1"/>
              <a:t>about</a:t>
            </a:r>
            <a:r>
              <a:rPr lang="nl-NL" dirty="0"/>
              <a:t> </a:t>
            </a:r>
            <a:r>
              <a:rPr lang="nl-NL" dirty="0" err="1"/>
              <a:t>your</a:t>
            </a:r>
            <a:r>
              <a:rPr lang="nl-NL" dirty="0"/>
              <a:t> interfaces </a:t>
            </a:r>
            <a:r>
              <a:rPr lang="nl-NL" dirty="0" err="1"/>
              <a:t>from</a:t>
            </a:r>
            <a:r>
              <a:rPr lang="nl-NL" dirty="0"/>
              <a:t> a domain </a:t>
            </a:r>
            <a:r>
              <a:rPr lang="nl-NL" dirty="0" err="1"/>
              <a:t>perspective</a:t>
            </a:r>
            <a:r>
              <a:rPr lang="nl-NL"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AED498D-6977-40EC-8E5E-7EB644D5E759}" type="slidenum">
              <a:rPr lang="en-US" noProof="0" smtClean="0"/>
              <a:t>20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33756996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lleen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B22053C-0E9C-4159-B7C9-6AB74343918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018020" y="662937"/>
            <a:ext cx="4624442" cy="5542025"/>
          </a:xfrm>
        </p:spPr>
        <p:txBody>
          <a:bodyPr vert="horz" wrap="square" lIns="0" tIns="0" rIns="0" bIns="0" rtlCol="0" anchor="ctr" anchorCtr="0">
            <a:normAutofit/>
          </a:bodyPr>
          <a:lstStyle>
            <a:lvl1pPr>
              <a:defRPr lang="nl-NL" dirty="0"/>
            </a:lvl1pPr>
          </a:lstStyle>
          <a:p>
            <a:pPr lvl="0" rtl="0">
              <a:lnSpc>
                <a:spcPct val="100000"/>
              </a:lnSpc>
            </a:pPr>
            <a:r>
              <a:rPr lang="nl-NL"/>
              <a:t>Klik om titel toe te voegen</a:t>
            </a:r>
          </a:p>
        </p:txBody>
      </p:sp>
      <p:sp>
        <p:nvSpPr>
          <p:cNvPr id="9" name="Tijdelijke aanduiding voor afbeelding 8">
            <a:extLst>
              <a:ext uri="{FF2B5EF4-FFF2-40B4-BE49-F238E27FC236}">
                <a16:creationId xmlns:a16="http://schemas.microsoft.com/office/drawing/2014/main" id="{988CE9D0-E6DB-A38D-ED84-A53D0493E6D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6267450" cy="6858000"/>
          </a:xfrm>
        </p:spPr>
        <p:txBody>
          <a:bodyPr rtlCol="0">
            <a:normAutofit/>
          </a:bodyPr>
          <a:lstStyle>
            <a:lvl1pPr marL="0" indent="0" algn="ctr">
              <a:buNone/>
              <a:defRPr lang="nl-NL" sz="2000"/>
            </a:lvl1pPr>
          </a:lstStyle>
          <a:p>
            <a:pPr rtl="0"/>
            <a:r>
              <a:rPr lang="nl-NL"/>
              <a:t>Klik op het pictogram om afbeelding in te voegen</a:t>
            </a:r>
          </a:p>
        </p:txBody>
      </p:sp>
    </p:spTree>
    <p:extLst>
      <p:ext uri="{BB962C8B-B14F-4D97-AF65-F5344CB8AC3E}">
        <p14:creationId xmlns:p14="http://schemas.microsoft.com/office/powerpoint/2010/main" val="28682079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ep 22">
            <a:extLst>
              <a:ext uri="{FF2B5EF4-FFF2-40B4-BE49-F238E27FC236}">
                <a16:creationId xmlns:a16="http://schemas.microsoft.com/office/drawing/2014/main" id="{43C4A872-A473-BFD2-150E-387250C2B4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613998" y="5334748"/>
            <a:ext cx="678135" cy="990000"/>
            <a:chOff x="10490969" y="1448827"/>
            <a:chExt cx="678135" cy="990000"/>
          </a:xfrm>
        </p:grpSpPr>
        <p:sp>
          <p:nvSpPr>
            <p:cNvPr id="24" name="Vrije vorm: Vorm 23">
              <a:extLst>
                <a:ext uri="{FF2B5EF4-FFF2-40B4-BE49-F238E27FC236}">
                  <a16:creationId xmlns:a16="http://schemas.microsoft.com/office/drawing/2014/main" id="{C5C8D53B-A579-BCFA-58E8-C386DABC92CD}"/>
                </a:ext>
              </a:extLst>
            </p:cNvPr>
            <p:cNvSpPr>
              <a:spLocks noChangeAspect="1"/>
            </p:cNvSpPr>
            <p:nvPr/>
          </p:nvSpPr>
          <p:spPr>
            <a:xfrm rot="2700000" flipH="1" flipV="1">
              <a:off x="10268976" y="1743588"/>
              <a:ext cx="926985" cy="463493"/>
            </a:xfrm>
            <a:custGeom>
              <a:avLst/>
              <a:gdLst>
                <a:gd name="connsiteX0" fmla="*/ 1329373 w 2658746"/>
                <a:gd name="connsiteY0" fmla="*/ 0 h 1329373"/>
                <a:gd name="connsiteX1" fmla="*/ 2658746 w 2658746"/>
                <a:gd name="connsiteY1" fmla="*/ 1329373 h 1329373"/>
                <a:gd name="connsiteX2" fmla="*/ 1994059 w 2658746"/>
                <a:gd name="connsiteY2" fmla="*/ 1329373 h 1329373"/>
                <a:gd name="connsiteX3" fmla="*/ 1329373 w 2658746"/>
                <a:gd name="connsiteY3" fmla="*/ 664687 h 1329373"/>
                <a:gd name="connsiteX4" fmla="*/ 664687 w 2658746"/>
                <a:gd name="connsiteY4" fmla="*/ 1329373 h 1329373"/>
                <a:gd name="connsiteX5" fmla="*/ 0 w 2658746"/>
                <a:gd name="connsiteY5" fmla="*/ 1329373 h 1329373"/>
                <a:gd name="connsiteX6" fmla="*/ 1329373 w 2658746"/>
                <a:gd name="connsiteY6" fmla="*/ 0 h 1329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658746" h="1329373">
                  <a:moveTo>
                    <a:pt x="1329373" y="0"/>
                  </a:moveTo>
                  <a:cubicBezTo>
                    <a:pt x="2063565" y="0"/>
                    <a:pt x="2658746" y="595181"/>
                    <a:pt x="2658746" y="1329373"/>
                  </a:cubicBezTo>
                  <a:lnTo>
                    <a:pt x="1994059" y="1329373"/>
                  </a:lnTo>
                  <a:cubicBezTo>
                    <a:pt x="1994059" y="962277"/>
                    <a:pt x="1696469" y="664687"/>
                    <a:pt x="1329373" y="664687"/>
                  </a:cubicBezTo>
                  <a:cubicBezTo>
                    <a:pt x="962277" y="664687"/>
                    <a:pt x="664687" y="962277"/>
                    <a:pt x="664687" y="1329373"/>
                  </a:cubicBezTo>
                  <a:lnTo>
                    <a:pt x="0" y="1329373"/>
                  </a:lnTo>
                  <a:cubicBezTo>
                    <a:pt x="0" y="595181"/>
                    <a:pt x="595181" y="0"/>
                    <a:pt x="1329373" y="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ffectLst>
              <a:innerShdw blurRad="127000" dist="50800" dir="13500000">
                <a:schemeClr val="accent1">
                  <a:lumMod val="40000"/>
                  <a:lumOff val="60000"/>
                  <a:alpha val="2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nl-NL"/>
              </a:defPPr>
            </a:lstStyle>
            <a:p>
              <a:pPr algn="ctr" rtl="0"/>
              <a:endParaRPr lang="nl-NL" dirty="0">
                <a:solidFill>
                  <a:schemeClr val="tx1"/>
                </a:solidFill>
              </a:endParaRPr>
            </a:p>
          </p:txBody>
        </p:sp>
        <p:sp>
          <p:nvSpPr>
            <p:cNvPr id="25" name="Ovaal 24">
              <a:extLst>
                <a:ext uri="{FF2B5EF4-FFF2-40B4-BE49-F238E27FC236}">
                  <a16:creationId xmlns:a16="http://schemas.microsoft.com/office/drawing/2014/main" id="{23A34CAC-4A03-ADDB-E97F-8675E68FC0B3}"/>
                </a:ext>
              </a:extLst>
            </p:cNvPr>
            <p:cNvSpPr/>
            <p:nvPr/>
          </p:nvSpPr>
          <p:spPr>
            <a:xfrm rot="8100000" flipH="1" flipV="1">
              <a:off x="11115555" y="1939340"/>
              <a:ext cx="53549" cy="233295"/>
            </a:xfrm>
            <a:prstGeom prst="ellipse">
              <a:avLst/>
            </a:prstGeom>
            <a:solidFill>
              <a:schemeClr val="bg2">
                <a:lumMod val="90000"/>
                <a:lumOff val="10000"/>
              </a:schemeClr>
            </a:solidFill>
            <a:ln>
              <a:noFill/>
            </a:ln>
            <a:effectLst>
              <a:innerShdw blurRad="63500" dist="2540000">
                <a:schemeClr val="accent1">
                  <a:lumMod val="60000"/>
                  <a:lumOff val="40000"/>
                  <a:alpha val="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nl-NL"/>
              </a:defPPr>
            </a:lstStyle>
            <a:p>
              <a:pPr algn="ctr" rtl="0"/>
              <a:endParaRPr lang="nl-NL" dirty="0"/>
            </a:p>
          </p:txBody>
        </p:sp>
        <p:sp>
          <p:nvSpPr>
            <p:cNvPr id="26" name="Ovaal 25">
              <a:extLst>
                <a:ext uri="{FF2B5EF4-FFF2-40B4-BE49-F238E27FC236}">
                  <a16:creationId xmlns:a16="http://schemas.microsoft.com/office/drawing/2014/main" id="{0C733506-2F0D-8F31-52D1-5244F04A706B}"/>
                </a:ext>
              </a:extLst>
            </p:cNvPr>
            <p:cNvSpPr/>
            <p:nvPr/>
          </p:nvSpPr>
          <p:spPr>
            <a:xfrm rot="8100000" flipH="1" flipV="1">
              <a:off x="10625042" y="1448827"/>
              <a:ext cx="53549" cy="233295"/>
            </a:xfrm>
            <a:prstGeom prst="ellipse">
              <a:avLst/>
            </a:prstGeom>
            <a:solidFill>
              <a:schemeClr val="bg2">
                <a:lumMod val="90000"/>
                <a:lumOff val="10000"/>
              </a:schemeClr>
            </a:solidFill>
            <a:ln>
              <a:noFill/>
            </a:ln>
            <a:effectLst>
              <a:innerShdw blurRad="63500" dist="2540000">
                <a:schemeClr val="accent1">
                  <a:lumMod val="60000"/>
                  <a:lumOff val="40000"/>
                  <a:alpha val="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nl-NL"/>
              </a:defPPr>
            </a:lstStyle>
            <a:p>
              <a:pPr algn="ctr" rtl="0"/>
              <a:endParaRPr lang="nl-NL" dirty="0"/>
            </a:p>
          </p:txBody>
        </p:sp>
        <p:sp>
          <p:nvSpPr>
            <p:cNvPr id="27" name="Vrije vorm: Vorm 26">
              <a:extLst>
                <a:ext uri="{FF2B5EF4-FFF2-40B4-BE49-F238E27FC236}">
                  <a16:creationId xmlns:a16="http://schemas.microsoft.com/office/drawing/2014/main" id="{29356E3D-E14C-9C43-7CE4-A7156B1E10DB}"/>
                </a:ext>
              </a:extLst>
            </p:cNvPr>
            <p:cNvSpPr>
              <a:spLocks noChangeAspect="1"/>
            </p:cNvSpPr>
            <p:nvPr/>
          </p:nvSpPr>
          <p:spPr>
            <a:xfrm rot="2700000" flipH="1" flipV="1">
              <a:off x="10292519" y="1686748"/>
              <a:ext cx="926985" cy="530086"/>
            </a:xfrm>
            <a:custGeom>
              <a:avLst/>
              <a:gdLst>
                <a:gd name="connsiteX0" fmla="*/ 1329373 w 2658746"/>
                <a:gd name="connsiteY0" fmla="*/ 0 h 1329373"/>
                <a:gd name="connsiteX1" fmla="*/ 2658746 w 2658746"/>
                <a:gd name="connsiteY1" fmla="*/ 1329373 h 1329373"/>
                <a:gd name="connsiteX2" fmla="*/ 1994059 w 2658746"/>
                <a:gd name="connsiteY2" fmla="*/ 1329373 h 1329373"/>
                <a:gd name="connsiteX3" fmla="*/ 1329373 w 2658746"/>
                <a:gd name="connsiteY3" fmla="*/ 664687 h 1329373"/>
                <a:gd name="connsiteX4" fmla="*/ 664687 w 2658746"/>
                <a:gd name="connsiteY4" fmla="*/ 1329373 h 1329373"/>
                <a:gd name="connsiteX5" fmla="*/ 0 w 2658746"/>
                <a:gd name="connsiteY5" fmla="*/ 1329373 h 1329373"/>
                <a:gd name="connsiteX6" fmla="*/ 1329373 w 2658746"/>
                <a:gd name="connsiteY6" fmla="*/ 0 h 1329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658746" h="1329373">
                  <a:moveTo>
                    <a:pt x="1329373" y="0"/>
                  </a:moveTo>
                  <a:cubicBezTo>
                    <a:pt x="2063565" y="0"/>
                    <a:pt x="2658746" y="595181"/>
                    <a:pt x="2658746" y="1329373"/>
                  </a:cubicBezTo>
                  <a:lnTo>
                    <a:pt x="1994059" y="1329373"/>
                  </a:lnTo>
                  <a:cubicBezTo>
                    <a:pt x="1994059" y="962277"/>
                    <a:pt x="1696469" y="664687"/>
                    <a:pt x="1329373" y="664687"/>
                  </a:cubicBezTo>
                  <a:cubicBezTo>
                    <a:pt x="962277" y="664687"/>
                    <a:pt x="664687" y="962277"/>
                    <a:pt x="664687" y="1329373"/>
                  </a:cubicBezTo>
                  <a:lnTo>
                    <a:pt x="0" y="1329373"/>
                  </a:lnTo>
                  <a:cubicBezTo>
                    <a:pt x="0" y="595181"/>
                    <a:pt x="595181" y="0"/>
                    <a:pt x="1329373" y="0"/>
                  </a:cubicBezTo>
                  <a:close/>
                </a:path>
              </a:pathLst>
            </a:custGeom>
            <a:solidFill>
              <a:schemeClr val="bg2">
                <a:lumMod val="50000"/>
                <a:lumOff val="50000"/>
                <a:alpha val="20000"/>
              </a:schemeClr>
            </a:solidFill>
            <a:ln>
              <a:noFill/>
            </a:ln>
            <a:effectLst>
              <a:softEdge rad="1016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nl-NL"/>
              </a:defPPr>
            </a:lstStyle>
            <a:p>
              <a:pPr algn="ctr" rtl="0"/>
              <a:endParaRPr lang="nl-NL" dirty="0">
                <a:solidFill>
                  <a:schemeClr val="tx1"/>
                </a:solidFill>
              </a:endParaRPr>
            </a:p>
          </p:txBody>
        </p:sp>
      </p:grpSp>
      <p:sp>
        <p:nvSpPr>
          <p:cNvPr id="20" name="Titel 19">
            <a:extLst>
              <a:ext uri="{FF2B5EF4-FFF2-40B4-BE49-F238E27FC236}">
                <a16:creationId xmlns:a16="http://schemas.microsoft.com/office/drawing/2014/main" id="{85C652DA-55F6-9691-4254-344E0A4E9AB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50863" y="483924"/>
            <a:ext cx="11090275" cy="1684059"/>
          </a:xfrm>
        </p:spPr>
        <p:txBody>
          <a:bodyPr rtlCol="0" anchor="b">
            <a:normAutofit/>
          </a:bodyPr>
          <a:lstStyle>
            <a:lvl1pPr>
              <a:defRPr lang="nl-NL" sz="4000"/>
            </a:lvl1pPr>
          </a:lstStyle>
          <a:p>
            <a:pPr rtl="0"/>
            <a:r>
              <a:rPr lang="nl-NL"/>
              <a:t>Klik om titel toe te voegen</a:t>
            </a:r>
          </a:p>
        </p:txBody>
      </p:sp>
      <p:sp>
        <p:nvSpPr>
          <p:cNvPr id="22" name="Tijdelijke aanduiding voor inhoud 21">
            <a:extLst>
              <a:ext uri="{FF2B5EF4-FFF2-40B4-BE49-F238E27FC236}">
                <a16:creationId xmlns:a16="http://schemas.microsoft.com/office/drawing/2014/main" id="{4DB7AC4F-2818-7F0D-AC6A-736D5F2C739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550863" y="2419350"/>
            <a:ext cx="11090274" cy="3913188"/>
          </a:xfrm>
        </p:spPr>
        <p:txBody>
          <a:bodyPr rtlCol="0">
            <a:normAutofit/>
          </a:bodyPr>
          <a:lstStyle>
            <a:lvl1pPr marL="0" indent="0">
              <a:buNone/>
              <a:defRPr lang="nl-NL" sz="1800">
                <a:solidFill>
                  <a:schemeClr val="tx1"/>
                </a:solidFill>
              </a:defRPr>
            </a:lvl1pPr>
            <a:lvl2pPr>
              <a:defRPr lang="nl-NL" sz="1200">
                <a:solidFill>
                  <a:schemeClr val="tx1"/>
                </a:solidFill>
              </a:defRPr>
            </a:lvl2pPr>
            <a:lvl3pPr>
              <a:defRPr lang="nl-NL" sz="1200">
                <a:solidFill>
                  <a:schemeClr val="tx1"/>
                </a:solidFill>
              </a:defRPr>
            </a:lvl3pPr>
            <a:lvl4pPr>
              <a:defRPr lang="nl-NL" sz="1200">
                <a:solidFill>
                  <a:schemeClr val="tx1"/>
                </a:solidFill>
              </a:defRPr>
            </a:lvl4pPr>
            <a:lvl5pPr>
              <a:defRPr lang="nl-NL" sz="1200">
                <a:solidFill>
                  <a:schemeClr val="tx1"/>
                </a:solidFill>
              </a:defRPr>
            </a:lvl5pPr>
          </a:lstStyle>
          <a:p>
            <a:pPr lvl="0" rtl="0"/>
            <a:r>
              <a:rPr lang="nl-NL"/>
              <a:t>Klik om inhoud toe te voegen</a:t>
            </a:r>
          </a:p>
          <a:p>
            <a:pPr lvl="1" rtl="0"/>
            <a:r>
              <a:rPr lang="nl-NL"/>
              <a:t>Tweede niveau</a:t>
            </a:r>
          </a:p>
          <a:p>
            <a:pPr lvl="2" rtl="0"/>
            <a:r>
              <a:rPr lang="nl-NL"/>
              <a:t>Derde niveau</a:t>
            </a:r>
          </a:p>
          <a:p>
            <a:pPr lvl="3" rtl="0"/>
            <a:r>
              <a:rPr lang="nl-NL"/>
              <a:t>Vierde niveau</a:t>
            </a:r>
          </a:p>
          <a:p>
            <a:pPr lvl="4" rtl="0"/>
            <a:r>
              <a:rPr lang="nl-NL"/>
              <a:t>Vijfde niveau</a:t>
            </a:r>
          </a:p>
        </p:txBody>
      </p:sp>
      <p:sp>
        <p:nvSpPr>
          <p:cNvPr id="2" name="Tijdelijke aanduiding voor datum 1">
            <a:extLst>
              <a:ext uri="{FF2B5EF4-FFF2-40B4-BE49-F238E27FC236}">
                <a16:creationId xmlns:a16="http://schemas.microsoft.com/office/drawing/2014/main" id="{AB81B449-7B97-41DC-B23F-65EDCBD316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defPPr>
              <a:defRPr lang="nl-NL"/>
            </a:defPPr>
          </a:lstStyle>
          <a:p>
            <a:pPr rtl="0"/>
            <a:r>
              <a:rPr lang="nl-NL"/>
              <a:t>20XX</a:t>
            </a:r>
            <a:endParaRPr lang="nl-NL" dirty="0"/>
          </a:p>
        </p:txBody>
      </p:sp>
      <p:sp>
        <p:nvSpPr>
          <p:cNvPr id="3" name="Tijdelijke aanduiding voor voettekst 2">
            <a:extLst>
              <a:ext uri="{FF2B5EF4-FFF2-40B4-BE49-F238E27FC236}">
                <a16:creationId xmlns:a16="http://schemas.microsoft.com/office/drawing/2014/main" id="{7C6B46D5-337B-4906-8412-4EEA3884FA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defPPr>
              <a:defRPr lang="nl-NL"/>
            </a:defPPr>
          </a:lstStyle>
          <a:p>
            <a:pPr rtl="0"/>
            <a:endParaRPr lang="nl-NL" dirty="0"/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E436F230-C9A7-407A-B923-873839C8D8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defPPr>
              <a:defRPr lang="nl-NL"/>
            </a:defPPr>
          </a:lstStyle>
          <a:p>
            <a:pPr rtl="0"/>
            <a:fld id="{DBA1B0FB-D917-4C8C-928F-313BD683BF39}" type="slidenum">
              <a:rPr lang="nl-NL" smtClean="0"/>
              <a:t>‹#›</a:t>
            </a:fld>
            <a:endParaRPr lang="nl-NL" dirty="0"/>
          </a:p>
        </p:txBody>
      </p:sp>
      <p:grpSp>
        <p:nvGrpSpPr>
          <p:cNvPr id="5" name="Groep 4">
            <a:extLst>
              <a:ext uri="{FF2B5EF4-FFF2-40B4-BE49-F238E27FC236}">
                <a16:creationId xmlns:a16="http://schemas.microsoft.com/office/drawing/2014/main" id="{6C61DF04-D7CB-2B19-8BB9-3E90A66197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9010824" y="1514007"/>
            <a:ext cx="734257" cy="760506"/>
            <a:chOff x="5243759" y="1363788"/>
            <a:chExt cx="734257" cy="760506"/>
          </a:xfrm>
        </p:grpSpPr>
        <p:sp>
          <p:nvSpPr>
            <p:cNvPr id="6" name="Vrije vorm 5">
              <a:extLst>
                <a:ext uri="{FF2B5EF4-FFF2-40B4-BE49-F238E27FC236}">
                  <a16:creationId xmlns:a16="http://schemas.microsoft.com/office/drawing/2014/main" id="{5DE1CC00-F893-E215-8086-65B6605C5FC9}"/>
                </a:ext>
              </a:extLst>
            </p:cNvPr>
            <p:cNvSpPr>
              <a:spLocks/>
            </p:cNvSpPr>
            <p:nvPr/>
          </p:nvSpPr>
          <p:spPr bwMode="auto">
            <a:xfrm rot="1800000">
              <a:off x="5356930" y="1363788"/>
              <a:ext cx="621086" cy="364601"/>
            </a:xfrm>
            <a:custGeom>
              <a:avLst/>
              <a:gdLst>
                <a:gd name="T0" fmla="*/ 266 w 540"/>
                <a:gd name="T1" fmla="*/ 0 h 317"/>
                <a:gd name="T2" fmla="*/ 0 w 540"/>
                <a:gd name="T3" fmla="*/ 158 h 317"/>
                <a:gd name="T4" fmla="*/ 266 w 540"/>
                <a:gd name="T5" fmla="*/ 317 h 317"/>
                <a:gd name="T6" fmla="*/ 540 w 540"/>
                <a:gd name="T7" fmla="*/ 158 h 317"/>
                <a:gd name="T8" fmla="*/ 266 w 540"/>
                <a:gd name="T9" fmla="*/ 0 h 3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0" h="317">
                  <a:moveTo>
                    <a:pt x="266" y="0"/>
                  </a:moveTo>
                  <a:lnTo>
                    <a:pt x="0" y="158"/>
                  </a:lnTo>
                  <a:lnTo>
                    <a:pt x="266" y="317"/>
                  </a:lnTo>
                  <a:lnTo>
                    <a:pt x="540" y="158"/>
                  </a:lnTo>
                  <a:lnTo>
                    <a:pt x="266" y="0"/>
                  </a:lnTo>
                  <a:close/>
                </a:path>
              </a:pathLst>
            </a:custGeom>
            <a:gradFill flip="none" rotWithShape="1">
              <a:gsLst>
                <a:gs pos="20000">
                  <a:schemeClr val="bg2">
                    <a:lumMod val="90000"/>
                    <a:lumOff val="10000"/>
                    <a:alpha val="20000"/>
                  </a:schemeClr>
                </a:gs>
                <a:gs pos="100000">
                  <a:schemeClr val="accent1">
                    <a:lumMod val="60000"/>
                    <a:lumOff val="40000"/>
                    <a:alpha val="20000"/>
                  </a:schemeClr>
                </a:gs>
              </a:gsLst>
              <a:lin ang="0" scaled="0"/>
              <a:tileRect/>
            </a:gradFill>
            <a:ln>
              <a:noFill/>
            </a:ln>
            <a:effectLst>
              <a:innerShdw blurRad="254000">
                <a:schemeClr val="bg2">
                  <a:lumMod val="90000"/>
                  <a:lumOff val="1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nl-NL"/>
              </a:defPPr>
            </a:lstStyle>
            <a:p>
              <a:pPr algn="ctr" rtl="0"/>
              <a:endParaRPr lang="nl-NL" dirty="0"/>
            </a:p>
          </p:txBody>
        </p:sp>
        <p:sp>
          <p:nvSpPr>
            <p:cNvPr id="7" name="Vrije vorm 6">
              <a:extLst>
                <a:ext uri="{FF2B5EF4-FFF2-40B4-BE49-F238E27FC236}">
                  <a16:creationId xmlns:a16="http://schemas.microsoft.com/office/drawing/2014/main" id="{6EBF50D9-F9B8-ADB3-8B4A-AF19564EE6EB}"/>
                </a:ext>
              </a:extLst>
            </p:cNvPr>
            <p:cNvSpPr>
              <a:spLocks/>
            </p:cNvSpPr>
            <p:nvPr/>
          </p:nvSpPr>
          <p:spPr bwMode="auto">
            <a:xfrm rot="1800000">
              <a:off x="5243759" y="1430747"/>
              <a:ext cx="305942" cy="538275"/>
            </a:xfrm>
            <a:custGeom>
              <a:avLst/>
              <a:gdLst>
                <a:gd name="T0" fmla="*/ 266 w 266"/>
                <a:gd name="T1" fmla="*/ 468 h 468"/>
                <a:gd name="T2" fmla="*/ 0 w 266"/>
                <a:gd name="T3" fmla="*/ 310 h 468"/>
                <a:gd name="T4" fmla="*/ 0 w 266"/>
                <a:gd name="T5" fmla="*/ 310 h 468"/>
                <a:gd name="T6" fmla="*/ 0 w 266"/>
                <a:gd name="T7" fmla="*/ 0 h 468"/>
                <a:gd name="T8" fmla="*/ 0 w 266"/>
                <a:gd name="T9" fmla="*/ 0 h 468"/>
                <a:gd name="T10" fmla="*/ 266 w 266"/>
                <a:gd name="T11" fmla="*/ 159 h 468"/>
                <a:gd name="T12" fmla="*/ 266 w 266"/>
                <a:gd name="T13" fmla="*/ 468 h 4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66" h="468">
                  <a:moveTo>
                    <a:pt x="266" y="468"/>
                  </a:moveTo>
                  <a:lnTo>
                    <a:pt x="0" y="310"/>
                  </a:lnTo>
                  <a:lnTo>
                    <a:pt x="0" y="310"/>
                  </a:lnTo>
                  <a:lnTo>
                    <a:pt x="0" y="0"/>
                  </a:lnTo>
                  <a:lnTo>
                    <a:pt x="0" y="0"/>
                  </a:lnTo>
                  <a:lnTo>
                    <a:pt x="266" y="159"/>
                  </a:lnTo>
                  <a:lnTo>
                    <a:pt x="266" y="468"/>
                  </a:lnTo>
                  <a:close/>
                </a:path>
              </a:pathLst>
            </a:custGeom>
            <a:gradFill flip="none" rotWithShape="1">
              <a:gsLst>
                <a:gs pos="20000">
                  <a:schemeClr val="bg2">
                    <a:lumMod val="90000"/>
                    <a:lumOff val="10000"/>
                    <a:alpha val="20000"/>
                  </a:schemeClr>
                </a:gs>
                <a:gs pos="100000">
                  <a:schemeClr val="accent1">
                    <a:lumMod val="60000"/>
                    <a:lumOff val="40000"/>
                    <a:alpha val="20000"/>
                  </a:schemeClr>
                </a:gs>
              </a:gsLst>
              <a:lin ang="19800000" scaled="0"/>
              <a:tileRect/>
            </a:gradFill>
            <a:ln>
              <a:noFill/>
            </a:ln>
            <a:effectLst>
              <a:innerShdw blurRad="254000">
                <a:schemeClr val="bg2">
                  <a:lumMod val="90000"/>
                  <a:lumOff val="1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nl-NL"/>
              </a:defPPr>
            </a:lstStyle>
            <a:p>
              <a:pPr algn="ctr" rtl="0"/>
              <a:endParaRPr lang="nl-NL" dirty="0"/>
            </a:p>
          </p:txBody>
        </p:sp>
        <p:sp>
          <p:nvSpPr>
            <p:cNvPr id="8" name="Vrije vorm 8">
              <a:extLst>
                <a:ext uri="{FF2B5EF4-FFF2-40B4-BE49-F238E27FC236}">
                  <a16:creationId xmlns:a16="http://schemas.microsoft.com/office/drawing/2014/main" id="{80BE1060-7183-58F8-EEBF-64135EE82BC5}"/>
                </a:ext>
              </a:extLst>
            </p:cNvPr>
            <p:cNvSpPr>
              <a:spLocks/>
            </p:cNvSpPr>
            <p:nvPr/>
          </p:nvSpPr>
          <p:spPr bwMode="auto">
            <a:xfrm rot="1800000">
              <a:off x="5508097" y="1586019"/>
              <a:ext cx="315144" cy="538275"/>
            </a:xfrm>
            <a:custGeom>
              <a:avLst/>
              <a:gdLst>
                <a:gd name="T0" fmla="*/ 274 w 274"/>
                <a:gd name="T1" fmla="*/ 0 h 468"/>
                <a:gd name="T2" fmla="*/ 274 w 274"/>
                <a:gd name="T3" fmla="*/ 310 h 468"/>
                <a:gd name="T4" fmla="*/ 274 w 274"/>
                <a:gd name="T5" fmla="*/ 310 h 468"/>
                <a:gd name="T6" fmla="*/ 0 w 274"/>
                <a:gd name="T7" fmla="*/ 468 h 468"/>
                <a:gd name="T8" fmla="*/ 0 w 274"/>
                <a:gd name="T9" fmla="*/ 159 h 468"/>
                <a:gd name="T10" fmla="*/ 274 w 274"/>
                <a:gd name="T11" fmla="*/ 0 h 468"/>
                <a:gd name="T12" fmla="*/ 274 w 274"/>
                <a:gd name="T13" fmla="*/ 0 h 4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74" h="468">
                  <a:moveTo>
                    <a:pt x="274" y="0"/>
                  </a:moveTo>
                  <a:lnTo>
                    <a:pt x="274" y="310"/>
                  </a:lnTo>
                  <a:lnTo>
                    <a:pt x="274" y="310"/>
                  </a:lnTo>
                  <a:lnTo>
                    <a:pt x="0" y="468"/>
                  </a:lnTo>
                  <a:lnTo>
                    <a:pt x="0" y="159"/>
                  </a:lnTo>
                  <a:lnTo>
                    <a:pt x="274" y="0"/>
                  </a:lnTo>
                  <a:lnTo>
                    <a:pt x="274" y="0"/>
                  </a:lnTo>
                  <a:close/>
                </a:path>
              </a:pathLst>
            </a:custGeom>
            <a:gradFill flip="none" rotWithShape="1">
              <a:gsLst>
                <a:gs pos="20000">
                  <a:schemeClr val="bg2">
                    <a:lumMod val="90000"/>
                    <a:lumOff val="10000"/>
                    <a:alpha val="20000"/>
                  </a:schemeClr>
                </a:gs>
                <a:gs pos="100000">
                  <a:schemeClr val="accent1">
                    <a:lumMod val="60000"/>
                    <a:lumOff val="40000"/>
                    <a:alpha val="20000"/>
                  </a:schemeClr>
                </a:gs>
              </a:gsLst>
              <a:lin ang="18000000" scaled="0"/>
              <a:tileRect/>
            </a:gradFill>
            <a:ln>
              <a:noFill/>
            </a:ln>
            <a:effectLst>
              <a:innerShdw blurRad="254000">
                <a:schemeClr val="accent1">
                  <a:lumMod val="60000"/>
                  <a:lumOff val="40000"/>
                  <a:alpha val="6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nl-NL"/>
              </a:defPPr>
            </a:lstStyle>
            <a:p>
              <a:pPr algn="ctr" rtl="0"/>
              <a:endParaRPr lang="nl-NL" dirty="0"/>
            </a:p>
          </p:txBody>
        </p:sp>
      </p:grpSp>
      <p:sp>
        <p:nvSpPr>
          <p:cNvPr id="11" name="Ovaal 10">
            <a:extLst>
              <a:ext uri="{FF2B5EF4-FFF2-40B4-BE49-F238E27FC236}">
                <a16:creationId xmlns:a16="http://schemas.microsoft.com/office/drawing/2014/main" id="{E597A3BE-0D13-9033-E3FD-78202DB799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>
          <a:xfrm>
            <a:off x="10168304" y="385236"/>
            <a:ext cx="1080000" cy="1080000"/>
          </a:xfrm>
          <a:prstGeom prst="ellipse">
            <a:avLst/>
          </a:prstGeom>
          <a:gradFill flip="none" rotWithShape="1">
            <a:gsLst>
              <a:gs pos="100000">
                <a:schemeClr val="bg2">
                  <a:lumMod val="50000"/>
                  <a:lumOff val="50000"/>
                </a:schemeClr>
              </a:gs>
              <a:gs pos="60000">
                <a:schemeClr val="bg2">
                  <a:lumMod val="100000"/>
                </a:schemeClr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  <a:effectLst>
            <a:innerShdw blurRad="254000" dist="127000" dir="2700000">
              <a:schemeClr val="accent1">
                <a:lumMod val="60000"/>
                <a:lumOff val="40000"/>
                <a:alpha val="40000"/>
              </a:schemeClr>
            </a:innerShdw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nl-NL"/>
            </a:defPPr>
          </a:lstStyle>
          <a:p>
            <a:pPr algn="ctr" rtl="0"/>
            <a:endParaRPr lang="nl-NL" dirty="0"/>
          </a:p>
        </p:txBody>
      </p:sp>
      <p:grpSp>
        <p:nvGrpSpPr>
          <p:cNvPr id="12" name="Groep 11">
            <a:extLst>
              <a:ext uri="{FF2B5EF4-FFF2-40B4-BE49-F238E27FC236}">
                <a16:creationId xmlns:a16="http://schemas.microsoft.com/office/drawing/2014/main" id="{D8867D9A-3F3B-94C3-244B-0006226AEF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flipH="1">
            <a:off x="9063019" y="3199533"/>
            <a:ext cx="3597052" cy="2615018"/>
            <a:chOff x="4541453" y="3199533"/>
            <a:chExt cx="3597052" cy="2615018"/>
          </a:xfrm>
        </p:grpSpPr>
        <p:sp>
          <p:nvSpPr>
            <p:cNvPr id="13" name="Vrije vorm: Vorm 38">
              <a:extLst>
                <a:ext uri="{FF2B5EF4-FFF2-40B4-BE49-F238E27FC236}">
                  <a16:creationId xmlns:a16="http://schemas.microsoft.com/office/drawing/2014/main" id="{955FC3D1-6227-A188-CCDB-11D573FD807A}"/>
                </a:ext>
              </a:extLst>
            </p:cNvPr>
            <p:cNvSpPr>
              <a:spLocks noChangeAspect="1"/>
            </p:cNvSpPr>
            <p:nvPr/>
          </p:nvSpPr>
          <p:spPr>
            <a:xfrm rot="18900000" flipV="1">
              <a:off x="4602175" y="3958416"/>
              <a:ext cx="3536330" cy="1853969"/>
            </a:xfrm>
            <a:custGeom>
              <a:avLst/>
              <a:gdLst>
                <a:gd name="connsiteX0" fmla="*/ 3536330 w 3536330"/>
                <a:gd name="connsiteY0" fmla="*/ 1853969 h 1853969"/>
                <a:gd name="connsiteX1" fmla="*/ 1682362 w 3536330"/>
                <a:gd name="connsiteY1" fmla="*/ 0 h 1853969"/>
                <a:gd name="connsiteX2" fmla="*/ 52157 w 3536330"/>
                <a:gd name="connsiteY2" fmla="*/ 970257 h 1853969"/>
                <a:gd name="connsiteX3" fmla="*/ 0 w 3536330"/>
                <a:gd name="connsiteY3" fmla="*/ 1078528 h 1853969"/>
                <a:gd name="connsiteX4" fmla="*/ 757215 w 3536330"/>
                <a:gd name="connsiteY4" fmla="*/ 1835743 h 1853969"/>
                <a:gd name="connsiteX5" fmla="*/ 774211 w 3536330"/>
                <a:gd name="connsiteY5" fmla="*/ 1667149 h 1853969"/>
                <a:gd name="connsiteX6" fmla="*/ 1682362 w 3536330"/>
                <a:gd name="connsiteY6" fmla="*/ 926985 h 1853969"/>
                <a:gd name="connsiteX7" fmla="*/ 2609345 w 3536330"/>
                <a:gd name="connsiteY7" fmla="*/ 1853969 h 18539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536330" h="1853969">
                  <a:moveTo>
                    <a:pt x="3536330" y="1853969"/>
                  </a:moveTo>
                  <a:cubicBezTo>
                    <a:pt x="3536330" y="830051"/>
                    <a:pt x="2706280" y="0"/>
                    <a:pt x="1682362" y="0"/>
                  </a:cubicBezTo>
                  <a:cubicBezTo>
                    <a:pt x="978418" y="0"/>
                    <a:pt x="366107" y="392328"/>
                    <a:pt x="52157" y="970257"/>
                  </a:cubicBezTo>
                  <a:lnTo>
                    <a:pt x="0" y="1078528"/>
                  </a:lnTo>
                  <a:lnTo>
                    <a:pt x="757215" y="1835743"/>
                  </a:lnTo>
                  <a:lnTo>
                    <a:pt x="774211" y="1667149"/>
                  </a:lnTo>
                  <a:cubicBezTo>
                    <a:pt x="860649" y="1244739"/>
                    <a:pt x="1234397" y="926985"/>
                    <a:pt x="1682362" y="926985"/>
                  </a:cubicBezTo>
                  <a:cubicBezTo>
                    <a:pt x="2194320" y="926985"/>
                    <a:pt x="2609345" y="1342010"/>
                    <a:pt x="2609345" y="1853969"/>
                  </a:cubicBezTo>
                  <a:close/>
                </a:path>
              </a:pathLst>
            </a:custGeom>
            <a:gradFill flip="none" rotWithShape="1">
              <a:gsLst>
                <a:gs pos="97000">
                  <a:schemeClr val="bg2"/>
                </a:gs>
                <a:gs pos="31000">
                  <a:schemeClr val="bg2">
                    <a:lumMod val="90000"/>
                    <a:lumOff val="10000"/>
                  </a:schemeClr>
                </a:gs>
              </a:gsLst>
              <a:lin ang="15000000" scaled="0"/>
              <a:tileRect/>
            </a:gradFill>
            <a:ln>
              <a:noFill/>
            </a:ln>
            <a:effectLst>
              <a:innerShdw blurRad="355600" dist="101600" dir="16200000">
                <a:schemeClr val="accent1">
                  <a:lumMod val="60000"/>
                  <a:lumOff val="40000"/>
                  <a:alpha val="8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>
              <a:defPPr>
                <a:defRPr lang="nl-NL"/>
              </a:defPPr>
            </a:lstStyle>
            <a:p>
              <a:pPr algn="ctr" rtl="0"/>
              <a:endParaRPr lang="nl-NL" dirty="0"/>
            </a:p>
          </p:txBody>
        </p:sp>
        <p:grpSp>
          <p:nvGrpSpPr>
            <p:cNvPr id="14" name="Groep 13">
              <a:extLst>
                <a:ext uri="{FF2B5EF4-FFF2-40B4-BE49-F238E27FC236}">
                  <a16:creationId xmlns:a16="http://schemas.microsoft.com/office/drawing/2014/main" id="{AE6BE70E-C41E-449D-A48C-4EB6BB7DC20D}"/>
                </a:ext>
              </a:extLst>
            </p:cNvPr>
            <p:cNvGrpSpPr/>
            <p:nvPr/>
          </p:nvGrpSpPr>
          <p:grpSpPr>
            <a:xfrm>
              <a:off x="4541453" y="3199533"/>
              <a:ext cx="3478701" cy="2615018"/>
              <a:chOff x="-481151" y="3199533"/>
              <a:chExt cx="3478701" cy="2615018"/>
            </a:xfrm>
          </p:grpSpPr>
          <p:sp>
            <p:nvSpPr>
              <p:cNvPr id="15" name="Vrije vorm: Vorm 32">
                <a:extLst>
                  <a:ext uri="{FF2B5EF4-FFF2-40B4-BE49-F238E27FC236}">
                    <a16:creationId xmlns:a16="http://schemas.microsoft.com/office/drawing/2014/main" id="{B7C0B12B-49BE-7855-18FB-8583C8DD9617}"/>
                  </a:ext>
                </a:extLst>
              </p:cNvPr>
              <p:cNvSpPr>
                <a:spLocks noChangeAspect="1"/>
              </p:cNvSpPr>
              <p:nvPr userDrawn="1"/>
            </p:nvSpPr>
            <p:spPr>
              <a:xfrm rot="18900000" flipV="1">
                <a:off x="-481151" y="3649708"/>
                <a:ext cx="3478701" cy="2164843"/>
              </a:xfrm>
              <a:custGeom>
                <a:avLst/>
                <a:gdLst>
                  <a:gd name="connsiteX0" fmla="*/ 3478701 w 3478701"/>
                  <a:gd name="connsiteY0" fmla="*/ 2164843 h 2164843"/>
                  <a:gd name="connsiteX1" fmla="*/ 1624733 w 3478701"/>
                  <a:gd name="connsiteY1" fmla="*/ 0 h 2164843"/>
                  <a:gd name="connsiteX2" fmla="*/ 87393 w 3478701"/>
                  <a:gd name="connsiteY2" fmla="*/ 954459 h 2164843"/>
                  <a:gd name="connsiteX3" fmla="*/ 0 w 3478701"/>
                  <a:gd name="connsiteY3" fmla="*/ 1122434 h 2164843"/>
                  <a:gd name="connsiteX4" fmla="*/ 736015 w 3478701"/>
                  <a:gd name="connsiteY4" fmla="*/ 1858449 h 2164843"/>
                  <a:gd name="connsiteX5" fmla="*/ 739424 w 3478701"/>
                  <a:gd name="connsiteY5" fmla="*/ 1842964 h 2164843"/>
                  <a:gd name="connsiteX6" fmla="*/ 1624733 w 3478701"/>
                  <a:gd name="connsiteY6" fmla="*/ 1082422 h 2164843"/>
                  <a:gd name="connsiteX7" fmla="*/ 2551716 w 3478701"/>
                  <a:gd name="connsiteY7" fmla="*/ 2164843 h 216484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3478701" h="2164843">
                    <a:moveTo>
                      <a:pt x="3478701" y="2164843"/>
                    </a:moveTo>
                    <a:cubicBezTo>
                      <a:pt x="3478701" y="969234"/>
                      <a:pt x="2648651" y="0"/>
                      <a:pt x="1624733" y="0"/>
                    </a:cubicBezTo>
                    <a:cubicBezTo>
                      <a:pt x="984784" y="0"/>
                      <a:pt x="420564" y="378607"/>
                      <a:pt x="87393" y="954459"/>
                    </a:cubicBezTo>
                    <a:lnTo>
                      <a:pt x="0" y="1122434"/>
                    </a:lnTo>
                    <a:lnTo>
                      <a:pt x="736015" y="1858449"/>
                    </a:lnTo>
                    <a:lnTo>
                      <a:pt x="739424" y="1842964"/>
                    </a:lnTo>
                    <a:cubicBezTo>
                      <a:pt x="856791" y="1402344"/>
                      <a:pt x="1208766" y="1082422"/>
                      <a:pt x="1624733" y="1082422"/>
                    </a:cubicBezTo>
                    <a:cubicBezTo>
                      <a:pt x="2136692" y="1082422"/>
                      <a:pt x="2551716" y="1567038"/>
                      <a:pt x="2551716" y="2164843"/>
                    </a:cubicBezTo>
                    <a:close/>
                  </a:path>
                </a:pathLst>
              </a:custGeom>
              <a:solidFill>
                <a:schemeClr val="bg2">
                  <a:lumMod val="50000"/>
                  <a:lumOff val="50000"/>
                  <a:alpha val="40000"/>
                </a:schemeClr>
              </a:solidFill>
              <a:ln>
                <a:noFill/>
              </a:ln>
              <a:effectLst>
                <a:softEdge rad="381000"/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>
                <a:defPPr>
                  <a:defRPr lang="nl-NL"/>
                </a:defPPr>
              </a:lstStyle>
              <a:p>
                <a:pPr algn="ctr" rtl="0"/>
                <a:endParaRPr lang="nl-NL" dirty="0"/>
              </a:p>
            </p:txBody>
          </p:sp>
          <p:sp>
            <p:nvSpPr>
              <p:cNvPr id="16" name="Ovaal 15">
                <a:extLst>
                  <a:ext uri="{FF2B5EF4-FFF2-40B4-BE49-F238E27FC236}">
                    <a16:creationId xmlns:a16="http://schemas.microsoft.com/office/drawing/2014/main" id="{67C78A37-D378-70D3-D6E3-AB9400EB583E}"/>
                  </a:ext>
                </a:extLst>
              </p:cNvPr>
              <p:cNvSpPr/>
              <p:nvPr userDrawn="1"/>
            </p:nvSpPr>
            <p:spPr>
              <a:xfrm rot="13500000" flipV="1">
                <a:off x="1512277" y="2840042"/>
                <a:ext cx="214196" cy="933178"/>
              </a:xfrm>
              <a:prstGeom prst="ellipse">
                <a:avLst/>
              </a:prstGeom>
              <a:solidFill>
                <a:schemeClr val="bg2">
                  <a:lumMod val="90000"/>
                  <a:lumOff val="10000"/>
                </a:schemeClr>
              </a:solidFill>
              <a:ln>
                <a:noFill/>
              </a:ln>
              <a:effectLst>
                <a:innerShdw blurRad="1270000" dist="2540000">
                  <a:schemeClr val="accent1">
                    <a:lumMod val="60000"/>
                    <a:lumOff val="40000"/>
                    <a:alpha val="0"/>
                  </a:schemeClr>
                </a:inn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>
                <a:defPPr>
                  <a:defRPr lang="nl-NL"/>
                </a:defPPr>
              </a:lstStyle>
              <a:p>
                <a:pPr algn="ctr" rtl="0"/>
                <a:endParaRPr lang="nl-NL" dirty="0"/>
              </a:p>
            </p:txBody>
          </p:sp>
        </p:grpSp>
      </p:grpSp>
      <p:grpSp>
        <p:nvGrpSpPr>
          <p:cNvPr id="17" name="Groep 16">
            <a:extLst>
              <a:ext uri="{FF2B5EF4-FFF2-40B4-BE49-F238E27FC236}">
                <a16:creationId xmlns:a16="http://schemas.microsoft.com/office/drawing/2014/main" id="{02491172-466F-19CC-B639-A1C3CAB1D4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5690545" y="4100655"/>
            <a:ext cx="1335600" cy="1262947"/>
            <a:chOff x="10145015" y="2343978"/>
            <a:chExt cx="1335600" cy="1262947"/>
          </a:xfrm>
        </p:grpSpPr>
        <p:sp>
          <p:nvSpPr>
            <p:cNvPr id="18" name="Vrije vorm: Vorm 25">
              <a:extLst>
                <a:ext uri="{FF2B5EF4-FFF2-40B4-BE49-F238E27FC236}">
                  <a16:creationId xmlns:a16="http://schemas.microsoft.com/office/drawing/2014/main" id="{45EC885D-265C-397B-5DAF-57A66CDA30B5}"/>
                </a:ext>
              </a:extLst>
            </p:cNvPr>
            <p:cNvSpPr>
              <a:spLocks noChangeAspect="1"/>
            </p:cNvSpPr>
            <p:nvPr/>
          </p:nvSpPr>
          <p:spPr>
            <a:xfrm rot="8100000">
              <a:off x="10400615" y="2343978"/>
              <a:ext cx="1080000" cy="1262947"/>
            </a:xfrm>
            <a:custGeom>
              <a:avLst/>
              <a:gdLst>
                <a:gd name="connsiteX0" fmla="*/ 540000 w 1080000"/>
                <a:gd name="connsiteY0" fmla="*/ 0 h 1262947"/>
                <a:gd name="connsiteX1" fmla="*/ 1080000 w 1080000"/>
                <a:gd name="connsiteY1" fmla="*/ 931034 h 1262947"/>
                <a:gd name="connsiteX2" fmla="*/ 1064374 w 1080000"/>
                <a:gd name="connsiteY2" fmla="*/ 931034 h 1262947"/>
                <a:gd name="connsiteX3" fmla="*/ 1069029 w 1080000"/>
                <a:gd name="connsiteY3" fmla="*/ 938533 h 1262947"/>
                <a:gd name="connsiteX4" fmla="*/ 1080000 w 1080000"/>
                <a:gd name="connsiteY4" fmla="*/ 992947 h 1262947"/>
                <a:gd name="connsiteX5" fmla="*/ 540000 w 1080000"/>
                <a:gd name="connsiteY5" fmla="*/ 1262947 h 1262947"/>
                <a:gd name="connsiteX6" fmla="*/ 0 w 1080000"/>
                <a:gd name="connsiteY6" fmla="*/ 992947 h 1262947"/>
                <a:gd name="connsiteX7" fmla="*/ 10971 w 1080000"/>
                <a:gd name="connsiteY7" fmla="*/ 938533 h 1262947"/>
                <a:gd name="connsiteX8" fmla="*/ 15626 w 1080000"/>
                <a:gd name="connsiteY8" fmla="*/ 931034 h 1262947"/>
                <a:gd name="connsiteX9" fmla="*/ 0 w 1080000"/>
                <a:gd name="connsiteY9" fmla="*/ 931034 h 1262947"/>
                <a:gd name="connsiteX0" fmla="*/ 540000 w 1080000"/>
                <a:gd name="connsiteY0" fmla="*/ 0 h 1262947"/>
                <a:gd name="connsiteX1" fmla="*/ 1080000 w 1080000"/>
                <a:gd name="connsiteY1" fmla="*/ 931034 h 1262947"/>
                <a:gd name="connsiteX2" fmla="*/ 1064374 w 1080000"/>
                <a:gd name="connsiteY2" fmla="*/ 931034 h 1262947"/>
                <a:gd name="connsiteX3" fmla="*/ 1069029 w 1080000"/>
                <a:gd name="connsiteY3" fmla="*/ 938533 h 1262947"/>
                <a:gd name="connsiteX4" fmla="*/ 1080000 w 1080000"/>
                <a:gd name="connsiteY4" fmla="*/ 992947 h 1262947"/>
                <a:gd name="connsiteX5" fmla="*/ 540000 w 1080000"/>
                <a:gd name="connsiteY5" fmla="*/ 1262947 h 1262947"/>
                <a:gd name="connsiteX6" fmla="*/ 0 w 1080000"/>
                <a:gd name="connsiteY6" fmla="*/ 992947 h 1262947"/>
                <a:gd name="connsiteX7" fmla="*/ 10971 w 1080000"/>
                <a:gd name="connsiteY7" fmla="*/ 938533 h 1262947"/>
                <a:gd name="connsiteX8" fmla="*/ 15626 w 1080000"/>
                <a:gd name="connsiteY8" fmla="*/ 931034 h 1262947"/>
                <a:gd name="connsiteX9" fmla="*/ 540000 w 1080000"/>
                <a:gd name="connsiteY9" fmla="*/ 0 h 1262947"/>
                <a:gd name="connsiteX0" fmla="*/ 540000 w 1080000"/>
                <a:gd name="connsiteY0" fmla="*/ 0 h 1262947"/>
                <a:gd name="connsiteX1" fmla="*/ 1064374 w 1080000"/>
                <a:gd name="connsiteY1" fmla="*/ 931034 h 1262947"/>
                <a:gd name="connsiteX2" fmla="*/ 1069029 w 1080000"/>
                <a:gd name="connsiteY2" fmla="*/ 938533 h 1262947"/>
                <a:gd name="connsiteX3" fmla="*/ 1080000 w 1080000"/>
                <a:gd name="connsiteY3" fmla="*/ 992947 h 1262947"/>
                <a:gd name="connsiteX4" fmla="*/ 540000 w 1080000"/>
                <a:gd name="connsiteY4" fmla="*/ 1262947 h 1262947"/>
                <a:gd name="connsiteX5" fmla="*/ 0 w 1080000"/>
                <a:gd name="connsiteY5" fmla="*/ 992947 h 1262947"/>
                <a:gd name="connsiteX6" fmla="*/ 10971 w 1080000"/>
                <a:gd name="connsiteY6" fmla="*/ 938533 h 1262947"/>
                <a:gd name="connsiteX7" fmla="*/ 15626 w 1080000"/>
                <a:gd name="connsiteY7" fmla="*/ 931034 h 1262947"/>
                <a:gd name="connsiteX8" fmla="*/ 540000 w 1080000"/>
                <a:gd name="connsiteY8" fmla="*/ 0 h 12629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80000" h="1262947">
                  <a:moveTo>
                    <a:pt x="540000" y="0"/>
                  </a:moveTo>
                  <a:lnTo>
                    <a:pt x="1064374" y="931034"/>
                  </a:lnTo>
                  <a:lnTo>
                    <a:pt x="1069029" y="938533"/>
                  </a:lnTo>
                  <a:cubicBezTo>
                    <a:pt x="1076223" y="956109"/>
                    <a:pt x="1080000" y="974307"/>
                    <a:pt x="1080000" y="992947"/>
                  </a:cubicBezTo>
                  <a:cubicBezTo>
                    <a:pt x="1080000" y="1142064"/>
                    <a:pt x="838234" y="1262947"/>
                    <a:pt x="540000" y="1262947"/>
                  </a:cubicBezTo>
                  <a:cubicBezTo>
                    <a:pt x="241766" y="1262947"/>
                    <a:pt x="0" y="1142064"/>
                    <a:pt x="0" y="992947"/>
                  </a:cubicBezTo>
                  <a:cubicBezTo>
                    <a:pt x="0" y="974307"/>
                    <a:pt x="3778" y="956109"/>
                    <a:pt x="10971" y="938533"/>
                  </a:cubicBezTo>
                  <a:lnTo>
                    <a:pt x="15626" y="931034"/>
                  </a:lnTo>
                  <a:lnTo>
                    <a:pt x="540000" y="0"/>
                  </a:lnTo>
                  <a:close/>
                </a:path>
              </a:pathLst>
            </a:custGeom>
            <a:gradFill>
              <a:gsLst>
                <a:gs pos="60000">
                  <a:schemeClr val="bg2">
                    <a:lumMod val="90000"/>
                    <a:lumOff val="10000"/>
                  </a:schemeClr>
                </a:gs>
                <a:gs pos="30000">
                  <a:schemeClr val="bg2">
                    <a:lumMod val="90000"/>
                    <a:lumOff val="10000"/>
                  </a:schemeClr>
                </a:gs>
                <a:gs pos="40000">
                  <a:schemeClr val="bg2">
                    <a:lumMod val="80000"/>
                    <a:lumOff val="20000"/>
                  </a:schemeClr>
                </a:gs>
                <a:gs pos="100000">
                  <a:schemeClr val="bg2"/>
                </a:gs>
              </a:gsLst>
              <a:lin ang="600000" scaled="0"/>
            </a:gradFill>
            <a:ln>
              <a:noFill/>
            </a:ln>
            <a:effectLst>
              <a:innerShdw blurRad="254000" dist="101600" dir="7320000">
                <a:schemeClr val="accent1">
                  <a:lumMod val="60000"/>
                  <a:lumOff val="40000"/>
                  <a:alpha val="4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nl-NL"/>
              </a:defPPr>
            </a:lstStyle>
            <a:p>
              <a:pPr algn="ctr" rtl="0"/>
              <a:endParaRPr lang="nl-NL" dirty="0"/>
            </a:p>
          </p:txBody>
        </p:sp>
        <p:sp>
          <p:nvSpPr>
            <p:cNvPr id="19" name="Ovaal 18">
              <a:extLst>
                <a:ext uri="{FF2B5EF4-FFF2-40B4-BE49-F238E27FC236}">
                  <a16:creationId xmlns:a16="http://schemas.microsoft.com/office/drawing/2014/main" id="{3601DB21-D937-2F89-DC26-063DFC7800C8}"/>
                </a:ext>
              </a:extLst>
            </p:cNvPr>
            <p:cNvSpPr/>
            <p:nvPr/>
          </p:nvSpPr>
          <p:spPr>
            <a:xfrm rot="13500000">
              <a:off x="10415015" y="2179851"/>
              <a:ext cx="540000" cy="1080000"/>
            </a:xfrm>
            <a:prstGeom prst="ellipse">
              <a:avLst/>
            </a:prstGeom>
            <a:gradFill>
              <a:gsLst>
                <a:gs pos="100000">
                  <a:schemeClr val="accent1">
                    <a:lumMod val="60000"/>
                    <a:lumOff val="40000"/>
                    <a:alpha val="0"/>
                  </a:schemeClr>
                </a:gs>
                <a:gs pos="0">
                  <a:schemeClr val="bg2">
                    <a:lumMod val="75000"/>
                    <a:lumOff val="25000"/>
                    <a:alpha val="33000"/>
                  </a:schemeClr>
                </a:gs>
              </a:gsLst>
              <a:lin ang="5400000" scaled="0"/>
            </a:gradFill>
            <a:ln>
              <a:noFill/>
            </a:ln>
            <a:effectLst>
              <a:innerShdw blurRad="1270000" dist="2540000">
                <a:schemeClr val="accent1">
                  <a:lumMod val="60000"/>
                  <a:lumOff val="40000"/>
                  <a:alpha val="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nl-NL"/>
              </a:defPPr>
            </a:lstStyle>
            <a:p>
              <a:pPr algn="ctr" rtl="0"/>
              <a:endParaRPr lang="nl-NL" dirty="0"/>
            </a:p>
          </p:txBody>
        </p:sp>
      </p:grpSp>
    </p:spTree>
    <p:extLst>
      <p:ext uri="{BB962C8B-B14F-4D97-AF65-F5344CB8AC3E}">
        <p14:creationId xmlns:p14="http://schemas.microsoft.com/office/powerpoint/2010/main" val="385833253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Sectie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el 1">
            <a:extLst>
              <a:ext uri="{FF2B5EF4-FFF2-40B4-BE49-F238E27FC236}">
                <a16:creationId xmlns:a16="http://schemas.microsoft.com/office/drawing/2014/main" id="{076C4EAC-BBDE-1963-BD72-3BD2A47DC59C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50863" y="4045464"/>
            <a:ext cx="11115355" cy="2286000"/>
          </a:xfrm>
        </p:spPr>
        <p:txBody>
          <a:bodyPr rtlCol="0" anchor="ctr">
            <a:noAutofit/>
          </a:bodyPr>
          <a:lstStyle>
            <a:lvl1pPr algn="l">
              <a:defRPr lang="nl-NL" sz="5400"/>
            </a:lvl1pPr>
          </a:lstStyle>
          <a:p>
            <a:pPr rtl="0"/>
            <a:r>
              <a:rPr lang="nl-NL"/>
              <a:t>Klik om titel toe te voegen</a:t>
            </a:r>
          </a:p>
        </p:txBody>
      </p:sp>
      <p:sp>
        <p:nvSpPr>
          <p:cNvPr id="8" name="Tijdelijke aanduiding voor afbeelding 7">
            <a:extLst>
              <a:ext uri="{FF2B5EF4-FFF2-40B4-BE49-F238E27FC236}">
                <a16:creationId xmlns:a16="http://schemas.microsoft.com/office/drawing/2014/main" id="{E592AF4F-2F83-7005-B3AC-6FCC7FB1914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4594"/>
            <a:ext cx="12192000" cy="3771878"/>
          </a:xfrm>
        </p:spPr>
        <p:txBody>
          <a:bodyPr rtlCol="0">
            <a:noAutofit/>
          </a:bodyPr>
          <a:lstStyle>
            <a:lvl1pPr marL="0" indent="0" algn="ctr">
              <a:buNone/>
              <a:defRPr lang="nl-NL" sz="2000"/>
            </a:lvl1pPr>
          </a:lstStyle>
          <a:p>
            <a:pPr rtl="0"/>
            <a:r>
              <a:rPr lang="nl-NL"/>
              <a:t>Klik op het pictogram om afbeelding in te voegen</a:t>
            </a:r>
          </a:p>
        </p:txBody>
      </p:sp>
      <p:sp>
        <p:nvSpPr>
          <p:cNvPr id="7" name="Ovaal 6">
            <a:extLst>
              <a:ext uri="{FF2B5EF4-FFF2-40B4-BE49-F238E27FC236}">
                <a16:creationId xmlns:a16="http://schemas.microsoft.com/office/drawing/2014/main" id="{57BF9F63-86BE-5515-AD3C-59481B3FF4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>
          <a:xfrm>
            <a:off x="1225773" y="3852225"/>
            <a:ext cx="360000" cy="360000"/>
          </a:xfrm>
          <a:prstGeom prst="ellipse">
            <a:avLst/>
          </a:prstGeom>
          <a:gradFill flip="none" rotWithShape="1">
            <a:gsLst>
              <a:gs pos="100000">
                <a:schemeClr val="bg2">
                  <a:lumMod val="50000"/>
                  <a:lumOff val="50000"/>
                </a:schemeClr>
              </a:gs>
              <a:gs pos="60000">
                <a:schemeClr val="bg2"/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  <a:effectLst>
            <a:innerShdw blurRad="127000" dist="63500" dir="2700000">
              <a:schemeClr val="accent1">
                <a:lumMod val="60000"/>
                <a:lumOff val="40000"/>
                <a:alpha val="20000"/>
              </a:schemeClr>
            </a:innerShdw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nl-NL"/>
            </a:defPPr>
          </a:lstStyle>
          <a:p>
            <a:pPr algn="ctr" rtl="0"/>
            <a:endParaRPr lang="nl-NL" dirty="0"/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8C56EB0F-63C8-5F75-A333-3413A9DC6F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defPPr>
              <a:defRPr lang="nl-NL"/>
            </a:defPPr>
          </a:lstStyle>
          <a:p>
            <a:pPr rtl="0"/>
            <a:r>
              <a:rPr lang="nl-NL"/>
              <a:t>20XX</a:t>
            </a:r>
            <a:endParaRPr lang="nl-NL" dirty="0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4D4DE333-25B4-E092-1CC4-C3D20BA251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defPPr>
              <a:defRPr lang="nl-NL"/>
            </a:defPPr>
          </a:lstStyle>
          <a:p>
            <a:pPr rtl="0"/>
            <a:endParaRPr lang="nl-NL" dirty="0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8F1AF200-E81F-A326-0EDB-4B93C71D9B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defPPr>
              <a:defRPr lang="nl-NL"/>
            </a:defPPr>
          </a:lstStyle>
          <a:p>
            <a:pPr rtl="0"/>
            <a:fld id="{CBD12358-51D2-46B3-9BDE-DF29528B9454}" type="slidenum">
              <a:rPr lang="nl-NL" smtClean="0"/>
              <a:t>‹#›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3728997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el + ondertitel + afbeeld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2772C41-A024-2F33-1F04-21E003FA729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50863" y="196900"/>
            <a:ext cx="4159160" cy="3155900"/>
          </a:xfrm>
        </p:spPr>
        <p:txBody>
          <a:bodyPr lIns="91440" rtlCol="0" anchor="b">
            <a:noAutofit/>
          </a:bodyPr>
          <a:lstStyle>
            <a:lvl1pPr algn="l">
              <a:defRPr lang="nl-NL" sz="4000"/>
            </a:lvl1pPr>
          </a:lstStyle>
          <a:p>
            <a:pPr rtl="0"/>
            <a:r>
              <a:rPr lang="nl-NL"/>
              <a:t>Klik om titel toe te voegen</a:t>
            </a:r>
          </a:p>
        </p:txBody>
      </p:sp>
      <p:sp>
        <p:nvSpPr>
          <p:cNvPr id="3" name="Subtitel 2">
            <a:extLst>
              <a:ext uri="{FF2B5EF4-FFF2-40B4-BE49-F238E27FC236}">
                <a16:creationId xmlns:a16="http://schemas.microsoft.com/office/drawing/2014/main" id="{473BC2DF-9C2A-052C-AD2C-0A8ABAA50374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547271" y="3505200"/>
            <a:ext cx="4159160" cy="2352356"/>
          </a:xfrm>
        </p:spPr>
        <p:txBody>
          <a:bodyPr lIns="91440" rIns="91440" rtlCol="0">
            <a:noAutofit/>
          </a:bodyPr>
          <a:lstStyle>
            <a:lvl1pPr marL="0" indent="0" algn="l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lang="nl-NL" sz="2400">
                <a:solidFill>
                  <a:schemeClr val="tx1"/>
                </a:solidFill>
              </a:defRPr>
            </a:lvl1pPr>
            <a:lvl2pPr marL="457200" indent="0" algn="ctr">
              <a:buNone/>
              <a:defRPr lang="nl-NL" sz="2000"/>
            </a:lvl2pPr>
            <a:lvl3pPr marL="914400" indent="0" algn="ctr">
              <a:buNone/>
              <a:defRPr lang="nl-NL" sz="1800"/>
            </a:lvl3pPr>
            <a:lvl4pPr marL="1371600" indent="0" algn="ctr">
              <a:buNone/>
              <a:defRPr lang="nl-NL" sz="1600"/>
            </a:lvl4pPr>
            <a:lvl5pPr marL="1828800" indent="0" algn="ctr">
              <a:buNone/>
              <a:defRPr lang="nl-NL" sz="1600"/>
            </a:lvl5pPr>
            <a:lvl6pPr marL="2286000" indent="0" algn="ctr">
              <a:buNone/>
              <a:defRPr lang="nl-NL" sz="1600"/>
            </a:lvl6pPr>
            <a:lvl7pPr marL="2743200" indent="0" algn="ctr">
              <a:buNone/>
              <a:defRPr lang="nl-NL" sz="1600"/>
            </a:lvl7pPr>
            <a:lvl8pPr marL="3200400" indent="0" algn="ctr">
              <a:buNone/>
              <a:defRPr lang="nl-NL" sz="1600"/>
            </a:lvl8pPr>
            <a:lvl9pPr marL="3657600" indent="0" algn="ctr">
              <a:buNone/>
              <a:defRPr lang="nl-NL" sz="1600"/>
            </a:lvl9pPr>
          </a:lstStyle>
          <a:p>
            <a:pPr rtl="0"/>
            <a:r>
              <a:rPr lang="nl-NL"/>
              <a:t>Klik om subtitel toe te voegen</a:t>
            </a:r>
          </a:p>
        </p:txBody>
      </p:sp>
      <p:sp>
        <p:nvSpPr>
          <p:cNvPr id="14" name="Ovaal 13">
            <a:extLst>
              <a:ext uri="{FF2B5EF4-FFF2-40B4-BE49-F238E27FC236}">
                <a16:creationId xmlns:a16="http://schemas.microsoft.com/office/drawing/2014/main" id="{60ABD6E1-FE78-D78B-E80C-09490F5D8D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>
          <a:xfrm>
            <a:off x="5668780" y="5059009"/>
            <a:ext cx="1080000" cy="1080000"/>
          </a:xfrm>
          <a:prstGeom prst="ellipse">
            <a:avLst/>
          </a:prstGeom>
          <a:gradFill flip="none" rotWithShape="1">
            <a:gsLst>
              <a:gs pos="100000">
                <a:schemeClr val="bg2">
                  <a:lumMod val="50000"/>
                  <a:lumOff val="50000"/>
                </a:schemeClr>
              </a:gs>
              <a:gs pos="60000">
                <a:schemeClr val="bg2">
                  <a:lumMod val="100000"/>
                </a:schemeClr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  <a:effectLst>
            <a:innerShdw blurRad="254000" dist="127000" dir="2700000">
              <a:schemeClr val="accent1">
                <a:lumMod val="60000"/>
                <a:lumOff val="40000"/>
                <a:alpha val="40000"/>
              </a:schemeClr>
            </a:innerShdw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nl-NL"/>
            </a:defPPr>
          </a:lstStyle>
          <a:p>
            <a:pPr algn="ctr" rtl="0"/>
            <a:endParaRPr lang="nl-NL" dirty="0"/>
          </a:p>
        </p:txBody>
      </p:sp>
      <p:grpSp>
        <p:nvGrpSpPr>
          <p:cNvPr id="10" name="Groep 9">
            <a:extLst>
              <a:ext uri="{FF2B5EF4-FFF2-40B4-BE49-F238E27FC236}">
                <a16:creationId xmlns:a16="http://schemas.microsoft.com/office/drawing/2014/main" id="{62BB1BCD-5C1C-ED05-D6B4-F92367209B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10822156" y="4143453"/>
            <a:ext cx="734257" cy="760506"/>
            <a:chOff x="5243759" y="1363788"/>
            <a:chExt cx="734257" cy="760506"/>
          </a:xfrm>
        </p:grpSpPr>
        <p:sp>
          <p:nvSpPr>
            <p:cNvPr id="11" name="Vrije vorm 5">
              <a:extLst>
                <a:ext uri="{FF2B5EF4-FFF2-40B4-BE49-F238E27FC236}">
                  <a16:creationId xmlns:a16="http://schemas.microsoft.com/office/drawing/2014/main" id="{700A5CAB-28E9-FB7A-E72E-39F3ADE58C6B}"/>
                </a:ext>
              </a:extLst>
            </p:cNvPr>
            <p:cNvSpPr>
              <a:spLocks/>
            </p:cNvSpPr>
            <p:nvPr/>
          </p:nvSpPr>
          <p:spPr bwMode="auto">
            <a:xfrm rot="1800000">
              <a:off x="5356930" y="1363788"/>
              <a:ext cx="621086" cy="364601"/>
            </a:xfrm>
            <a:custGeom>
              <a:avLst/>
              <a:gdLst>
                <a:gd name="T0" fmla="*/ 266 w 540"/>
                <a:gd name="T1" fmla="*/ 0 h 317"/>
                <a:gd name="T2" fmla="*/ 0 w 540"/>
                <a:gd name="T3" fmla="*/ 158 h 317"/>
                <a:gd name="T4" fmla="*/ 266 w 540"/>
                <a:gd name="T5" fmla="*/ 317 h 317"/>
                <a:gd name="T6" fmla="*/ 540 w 540"/>
                <a:gd name="T7" fmla="*/ 158 h 317"/>
                <a:gd name="T8" fmla="*/ 266 w 540"/>
                <a:gd name="T9" fmla="*/ 0 h 3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0" h="317">
                  <a:moveTo>
                    <a:pt x="266" y="0"/>
                  </a:moveTo>
                  <a:lnTo>
                    <a:pt x="0" y="158"/>
                  </a:lnTo>
                  <a:lnTo>
                    <a:pt x="266" y="317"/>
                  </a:lnTo>
                  <a:lnTo>
                    <a:pt x="540" y="158"/>
                  </a:lnTo>
                  <a:lnTo>
                    <a:pt x="266" y="0"/>
                  </a:lnTo>
                  <a:close/>
                </a:path>
              </a:pathLst>
            </a:custGeom>
            <a:gradFill flip="none" rotWithShape="1">
              <a:gsLst>
                <a:gs pos="20000">
                  <a:schemeClr val="bg2">
                    <a:lumMod val="90000"/>
                    <a:lumOff val="10000"/>
                    <a:alpha val="20000"/>
                  </a:schemeClr>
                </a:gs>
                <a:gs pos="100000">
                  <a:schemeClr val="accent1">
                    <a:lumMod val="60000"/>
                    <a:lumOff val="40000"/>
                    <a:alpha val="20000"/>
                  </a:schemeClr>
                </a:gs>
              </a:gsLst>
              <a:lin ang="0" scaled="0"/>
              <a:tileRect/>
            </a:gradFill>
            <a:ln>
              <a:noFill/>
            </a:ln>
            <a:effectLst>
              <a:innerShdw blurRad="254000">
                <a:schemeClr val="bg2">
                  <a:lumMod val="90000"/>
                  <a:lumOff val="1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nl-NL"/>
              </a:defPPr>
            </a:lstStyle>
            <a:p>
              <a:pPr algn="ctr" rtl="0"/>
              <a:endParaRPr lang="nl-NL" dirty="0"/>
            </a:p>
          </p:txBody>
        </p:sp>
        <p:sp>
          <p:nvSpPr>
            <p:cNvPr id="12" name="Vrije vorm 6">
              <a:extLst>
                <a:ext uri="{FF2B5EF4-FFF2-40B4-BE49-F238E27FC236}">
                  <a16:creationId xmlns:a16="http://schemas.microsoft.com/office/drawing/2014/main" id="{2BA2D9BC-CA87-28FA-7A02-455E740EACAB}"/>
                </a:ext>
              </a:extLst>
            </p:cNvPr>
            <p:cNvSpPr>
              <a:spLocks/>
            </p:cNvSpPr>
            <p:nvPr/>
          </p:nvSpPr>
          <p:spPr bwMode="auto">
            <a:xfrm rot="1800000">
              <a:off x="5243759" y="1430747"/>
              <a:ext cx="305942" cy="538275"/>
            </a:xfrm>
            <a:custGeom>
              <a:avLst/>
              <a:gdLst>
                <a:gd name="T0" fmla="*/ 266 w 266"/>
                <a:gd name="T1" fmla="*/ 468 h 468"/>
                <a:gd name="T2" fmla="*/ 0 w 266"/>
                <a:gd name="T3" fmla="*/ 310 h 468"/>
                <a:gd name="T4" fmla="*/ 0 w 266"/>
                <a:gd name="T5" fmla="*/ 310 h 468"/>
                <a:gd name="T6" fmla="*/ 0 w 266"/>
                <a:gd name="T7" fmla="*/ 0 h 468"/>
                <a:gd name="T8" fmla="*/ 0 w 266"/>
                <a:gd name="T9" fmla="*/ 0 h 468"/>
                <a:gd name="T10" fmla="*/ 266 w 266"/>
                <a:gd name="T11" fmla="*/ 159 h 468"/>
                <a:gd name="T12" fmla="*/ 266 w 266"/>
                <a:gd name="T13" fmla="*/ 468 h 4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66" h="468">
                  <a:moveTo>
                    <a:pt x="266" y="468"/>
                  </a:moveTo>
                  <a:lnTo>
                    <a:pt x="0" y="310"/>
                  </a:lnTo>
                  <a:lnTo>
                    <a:pt x="0" y="310"/>
                  </a:lnTo>
                  <a:lnTo>
                    <a:pt x="0" y="0"/>
                  </a:lnTo>
                  <a:lnTo>
                    <a:pt x="0" y="0"/>
                  </a:lnTo>
                  <a:lnTo>
                    <a:pt x="266" y="159"/>
                  </a:lnTo>
                  <a:lnTo>
                    <a:pt x="266" y="468"/>
                  </a:lnTo>
                  <a:close/>
                </a:path>
              </a:pathLst>
            </a:custGeom>
            <a:gradFill flip="none" rotWithShape="1">
              <a:gsLst>
                <a:gs pos="20000">
                  <a:schemeClr val="bg2">
                    <a:lumMod val="90000"/>
                    <a:lumOff val="10000"/>
                    <a:alpha val="20000"/>
                  </a:schemeClr>
                </a:gs>
                <a:gs pos="100000">
                  <a:schemeClr val="accent1">
                    <a:lumMod val="60000"/>
                    <a:lumOff val="40000"/>
                    <a:alpha val="20000"/>
                  </a:schemeClr>
                </a:gs>
              </a:gsLst>
              <a:lin ang="19800000" scaled="0"/>
              <a:tileRect/>
            </a:gradFill>
            <a:ln>
              <a:noFill/>
            </a:ln>
            <a:effectLst>
              <a:innerShdw blurRad="254000">
                <a:schemeClr val="bg2">
                  <a:lumMod val="90000"/>
                  <a:lumOff val="1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nl-NL"/>
              </a:defPPr>
            </a:lstStyle>
            <a:p>
              <a:pPr algn="ctr" rtl="0"/>
              <a:endParaRPr lang="nl-NL" dirty="0"/>
            </a:p>
          </p:txBody>
        </p:sp>
        <p:sp>
          <p:nvSpPr>
            <p:cNvPr id="13" name="Vrije vorm 8">
              <a:extLst>
                <a:ext uri="{FF2B5EF4-FFF2-40B4-BE49-F238E27FC236}">
                  <a16:creationId xmlns:a16="http://schemas.microsoft.com/office/drawing/2014/main" id="{734E5ADF-EEF0-2501-9D7B-8FC1A49F60A7}"/>
                </a:ext>
              </a:extLst>
            </p:cNvPr>
            <p:cNvSpPr>
              <a:spLocks/>
            </p:cNvSpPr>
            <p:nvPr/>
          </p:nvSpPr>
          <p:spPr bwMode="auto">
            <a:xfrm rot="1800000">
              <a:off x="5508097" y="1586019"/>
              <a:ext cx="315144" cy="538275"/>
            </a:xfrm>
            <a:custGeom>
              <a:avLst/>
              <a:gdLst>
                <a:gd name="T0" fmla="*/ 274 w 274"/>
                <a:gd name="T1" fmla="*/ 0 h 468"/>
                <a:gd name="T2" fmla="*/ 274 w 274"/>
                <a:gd name="T3" fmla="*/ 310 h 468"/>
                <a:gd name="T4" fmla="*/ 274 w 274"/>
                <a:gd name="T5" fmla="*/ 310 h 468"/>
                <a:gd name="T6" fmla="*/ 0 w 274"/>
                <a:gd name="T7" fmla="*/ 468 h 468"/>
                <a:gd name="T8" fmla="*/ 0 w 274"/>
                <a:gd name="T9" fmla="*/ 159 h 468"/>
                <a:gd name="T10" fmla="*/ 274 w 274"/>
                <a:gd name="T11" fmla="*/ 0 h 468"/>
                <a:gd name="T12" fmla="*/ 274 w 274"/>
                <a:gd name="T13" fmla="*/ 0 h 4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74" h="468">
                  <a:moveTo>
                    <a:pt x="274" y="0"/>
                  </a:moveTo>
                  <a:lnTo>
                    <a:pt x="274" y="310"/>
                  </a:lnTo>
                  <a:lnTo>
                    <a:pt x="274" y="310"/>
                  </a:lnTo>
                  <a:lnTo>
                    <a:pt x="0" y="468"/>
                  </a:lnTo>
                  <a:lnTo>
                    <a:pt x="0" y="159"/>
                  </a:lnTo>
                  <a:lnTo>
                    <a:pt x="274" y="0"/>
                  </a:lnTo>
                  <a:lnTo>
                    <a:pt x="274" y="0"/>
                  </a:lnTo>
                  <a:close/>
                </a:path>
              </a:pathLst>
            </a:custGeom>
            <a:gradFill flip="none" rotWithShape="1">
              <a:gsLst>
                <a:gs pos="20000">
                  <a:schemeClr val="bg2">
                    <a:lumMod val="90000"/>
                    <a:lumOff val="10000"/>
                    <a:alpha val="20000"/>
                  </a:schemeClr>
                </a:gs>
                <a:gs pos="100000">
                  <a:schemeClr val="accent1">
                    <a:lumMod val="60000"/>
                    <a:lumOff val="40000"/>
                    <a:alpha val="20000"/>
                  </a:schemeClr>
                </a:gs>
              </a:gsLst>
              <a:lin ang="18000000" scaled="0"/>
              <a:tileRect/>
            </a:gradFill>
            <a:ln>
              <a:noFill/>
            </a:ln>
            <a:effectLst>
              <a:innerShdw blurRad="254000">
                <a:schemeClr val="accent1">
                  <a:lumMod val="60000"/>
                  <a:lumOff val="40000"/>
                  <a:alpha val="6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nl-NL"/>
              </a:defPPr>
            </a:lstStyle>
            <a:p>
              <a:pPr algn="ctr" rtl="0"/>
              <a:endParaRPr lang="nl-NL" dirty="0"/>
            </a:p>
          </p:txBody>
        </p:sp>
      </p:grpSp>
      <p:sp>
        <p:nvSpPr>
          <p:cNvPr id="8" name="Tijdelijke aanduiding voor afbeelding 14">
            <a:extLst>
              <a:ext uri="{FF2B5EF4-FFF2-40B4-BE49-F238E27FC236}">
                <a16:creationId xmlns:a16="http://schemas.microsoft.com/office/drawing/2014/main" id="{780F3839-9B1B-2346-C1F4-E876E6AE32E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678049" y="788713"/>
            <a:ext cx="5132388" cy="5132388"/>
          </a:xfrm>
          <a:custGeom>
            <a:avLst/>
            <a:gdLst>
              <a:gd name="connsiteX0" fmla="*/ 2566194 w 5132388"/>
              <a:gd name="connsiteY0" fmla="*/ 0 h 5132388"/>
              <a:gd name="connsiteX1" fmla="*/ 5132388 w 5132388"/>
              <a:gd name="connsiteY1" fmla="*/ 2566194 h 5132388"/>
              <a:gd name="connsiteX2" fmla="*/ 2566194 w 5132388"/>
              <a:gd name="connsiteY2" fmla="*/ 5132388 h 5132388"/>
              <a:gd name="connsiteX3" fmla="*/ 0 w 5132388"/>
              <a:gd name="connsiteY3" fmla="*/ 2566194 h 5132388"/>
              <a:gd name="connsiteX4" fmla="*/ 2566194 w 5132388"/>
              <a:gd name="connsiteY4" fmla="*/ 0 h 51323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132388" h="5132388">
                <a:moveTo>
                  <a:pt x="2566194" y="0"/>
                </a:moveTo>
                <a:cubicBezTo>
                  <a:pt x="3983464" y="0"/>
                  <a:pt x="5132388" y="1148924"/>
                  <a:pt x="5132388" y="2566194"/>
                </a:cubicBezTo>
                <a:cubicBezTo>
                  <a:pt x="5132388" y="3983464"/>
                  <a:pt x="3983464" y="5132388"/>
                  <a:pt x="2566194" y="5132388"/>
                </a:cubicBezTo>
                <a:cubicBezTo>
                  <a:pt x="1148924" y="5132388"/>
                  <a:pt x="0" y="3983464"/>
                  <a:pt x="0" y="2566194"/>
                </a:cubicBezTo>
                <a:cubicBezTo>
                  <a:pt x="0" y="1148924"/>
                  <a:pt x="1148924" y="0"/>
                  <a:pt x="2566194" y="0"/>
                </a:cubicBezTo>
                <a:close/>
              </a:path>
            </a:pathLst>
          </a:custGeom>
          <a:solidFill>
            <a:schemeClr val="accent5"/>
          </a:solidFill>
        </p:spPr>
        <p:txBody>
          <a:bodyPr wrap="square" tIns="365760" rtlCol="0">
            <a:noAutofit/>
          </a:bodyPr>
          <a:lstStyle>
            <a:lvl1pPr marL="0" indent="0" algn="ctr">
              <a:buNone/>
              <a:defRPr lang="nl-NL" sz="1800"/>
            </a:lvl1pPr>
          </a:lstStyle>
          <a:p>
            <a:pPr rtl="0"/>
            <a:r>
              <a:rPr lang="en-US"/>
              <a:t>Click icon to add picture</a:t>
            </a:r>
            <a:endParaRPr lang="nl-NL"/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C0070940-5919-2C95-2278-32E50BF14D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defPPr>
              <a:defRPr lang="nl-NL"/>
            </a:defPPr>
          </a:lstStyle>
          <a:p>
            <a:pPr rtl="0"/>
            <a:r>
              <a:rPr lang="nl-NL"/>
              <a:t>20XX</a:t>
            </a:r>
            <a:endParaRPr lang="nl-NL" dirty="0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1957D599-49CF-19FE-6D86-C5EDB765F4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defPPr>
              <a:defRPr lang="nl-NL"/>
            </a:defPPr>
          </a:lstStyle>
          <a:p>
            <a:pPr rtl="0"/>
            <a:endParaRPr lang="nl-NL" dirty="0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28931DF1-1C8D-86B9-BFDD-098FFC00FD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defPPr>
              <a:defRPr lang="nl-NL"/>
            </a:defPPr>
          </a:lstStyle>
          <a:p>
            <a:pPr rtl="0"/>
            <a:fld id="{CBD12358-51D2-46B3-9BDE-DF29528B9454}" type="slidenum">
              <a:rPr lang="nl-NL" smtClean="0"/>
              <a:t>‹#›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36500738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en inhoud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ep 6">
            <a:extLst>
              <a:ext uri="{FF2B5EF4-FFF2-40B4-BE49-F238E27FC236}">
                <a16:creationId xmlns:a16="http://schemas.microsoft.com/office/drawing/2014/main" id="{C87E98C0-6053-9701-92D0-4EF9ADBC50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flipH="1" flipV="1">
            <a:off x="9063019" y="746716"/>
            <a:ext cx="3597052" cy="2615018"/>
            <a:chOff x="4541453" y="3199533"/>
            <a:chExt cx="3597052" cy="2615018"/>
          </a:xfrm>
        </p:grpSpPr>
        <p:sp>
          <p:nvSpPr>
            <p:cNvPr id="8" name="Vrije vorm: Vorm 38">
              <a:extLst>
                <a:ext uri="{FF2B5EF4-FFF2-40B4-BE49-F238E27FC236}">
                  <a16:creationId xmlns:a16="http://schemas.microsoft.com/office/drawing/2014/main" id="{C32B1A1D-760B-9D3D-A869-E50FC962A629}"/>
                </a:ext>
              </a:extLst>
            </p:cNvPr>
            <p:cNvSpPr>
              <a:spLocks noChangeAspect="1"/>
            </p:cNvSpPr>
            <p:nvPr/>
          </p:nvSpPr>
          <p:spPr>
            <a:xfrm rot="18900000" flipV="1">
              <a:off x="4602175" y="3958416"/>
              <a:ext cx="3536330" cy="1853969"/>
            </a:xfrm>
            <a:custGeom>
              <a:avLst/>
              <a:gdLst>
                <a:gd name="connsiteX0" fmla="*/ 3536330 w 3536330"/>
                <a:gd name="connsiteY0" fmla="*/ 1853969 h 1853969"/>
                <a:gd name="connsiteX1" fmla="*/ 1682362 w 3536330"/>
                <a:gd name="connsiteY1" fmla="*/ 0 h 1853969"/>
                <a:gd name="connsiteX2" fmla="*/ 52157 w 3536330"/>
                <a:gd name="connsiteY2" fmla="*/ 970257 h 1853969"/>
                <a:gd name="connsiteX3" fmla="*/ 0 w 3536330"/>
                <a:gd name="connsiteY3" fmla="*/ 1078528 h 1853969"/>
                <a:gd name="connsiteX4" fmla="*/ 757215 w 3536330"/>
                <a:gd name="connsiteY4" fmla="*/ 1835743 h 1853969"/>
                <a:gd name="connsiteX5" fmla="*/ 774211 w 3536330"/>
                <a:gd name="connsiteY5" fmla="*/ 1667149 h 1853969"/>
                <a:gd name="connsiteX6" fmla="*/ 1682362 w 3536330"/>
                <a:gd name="connsiteY6" fmla="*/ 926985 h 1853969"/>
                <a:gd name="connsiteX7" fmla="*/ 2609345 w 3536330"/>
                <a:gd name="connsiteY7" fmla="*/ 1853969 h 18539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536330" h="1853969">
                  <a:moveTo>
                    <a:pt x="3536330" y="1853969"/>
                  </a:moveTo>
                  <a:cubicBezTo>
                    <a:pt x="3536330" y="830051"/>
                    <a:pt x="2706280" y="0"/>
                    <a:pt x="1682362" y="0"/>
                  </a:cubicBezTo>
                  <a:cubicBezTo>
                    <a:pt x="978418" y="0"/>
                    <a:pt x="366107" y="392328"/>
                    <a:pt x="52157" y="970257"/>
                  </a:cubicBezTo>
                  <a:lnTo>
                    <a:pt x="0" y="1078528"/>
                  </a:lnTo>
                  <a:lnTo>
                    <a:pt x="757215" y="1835743"/>
                  </a:lnTo>
                  <a:lnTo>
                    <a:pt x="774211" y="1667149"/>
                  </a:lnTo>
                  <a:cubicBezTo>
                    <a:pt x="860649" y="1244739"/>
                    <a:pt x="1234397" y="926985"/>
                    <a:pt x="1682362" y="926985"/>
                  </a:cubicBezTo>
                  <a:cubicBezTo>
                    <a:pt x="2194320" y="926985"/>
                    <a:pt x="2609345" y="1342010"/>
                    <a:pt x="2609345" y="1853969"/>
                  </a:cubicBezTo>
                  <a:close/>
                </a:path>
              </a:pathLst>
            </a:custGeom>
            <a:gradFill flip="none" rotWithShape="1">
              <a:gsLst>
                <a:gs pos="97000">
                  <a:schemeClr val="bg2"/>
                </a:gs>
                <a:gs pos="31000">
                  <a:schemeClr val="bg2">
                    <a:lumMod val="90000"/>
                    <a:lumOff val="10000"/>
                  </a:schemeClr>
                </a:gs>
              </a:gsLst>
              <a:lin ang="15000000" scaled="0"/>
              <a:tileRect/>
            </a:gradFill>
            <a:ln>
              <a:noFill/>
            </a:ln>
            <a:effectLst>
              <a:innerShdw blurRad="355600" dist="101600" dir="16200000">
                <a:schemeClr val="accent1">
                  <a:lumMod val="60000"/>
                  <a:lumOff val="40000"/>
                  <a:alpha val="8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>
              <a:defPPr>
                <a:defRPr lang="nl-NL"/>
              </a:defPPr>
            </a:lstStyle>
            <a:p>
              <a:pPr algn="ctr" rtl="0"/>
              <a:endParaRPr lang="nl-NL" dirty="0"/>
            </a:p>
          </p:txBody>
        </p:sp>
        <p:grpSp>
          <p:nvGrpSpPr>
            <p:cNvPr id="9" name="Groep 8">
              <a:extLst>
                <a:ext uri="{FF2B5EF4-FFF2-40B4-BE49-F238E27FC236}">
                  <a16:creationId xmlns:a16="http://schemas.microsoft.com/office/drawing/2014/main" id="{D02EF78B-5BDF-8632-B9B1-087DB042EEC7}"/>
                </a:ext>
              </a:extLst>
            </p:cNvPr>
            <p:cNvGrpSpPr/>
            <p:nvPr/>
          </p:nvGrpSpPr>
          <p:grpSpPr>
            <a:xfrm>
              <a:off x="4541453" y="3199533"/>
              <a:ext cx="3478701" cy="2615018"/>
              <a:chOff x="-481151" y="3199533"/>
              <a:chExt cx="3478701" cy="2615018"/>
            </a:xfrm>
          </p:grpSpPr>
          <p:sp>
            <p:nvSpPr>
              <p:cNvPr id="10" name="Vrije vorm: Vorm 32">
                <a:extLst>
                  <a:ext uri="{FF2B5EF4-FFF2-40B4-BE49-F238E27FC236}">
                    <a16:creationId xmlns:a16="http://schemas.microsoft.com/office/drawing/2014/main" id="{5C54B3E8-515B-0865-9321-DB3793A62240}"/>
                  </a:ext>
                </a:extLst>
              </p:cNvPr>
              <p:cNvSpPr>
                <a:spLocks noChangeAspect="1"/>
              </p:cNvSpPr>
              <p:nvPr userDrawn="1"/>
            </p:nvSpPr>
            <p:spPr>
              <a:xfrm rot="18900000" flipV="1">
                <a:off x="-481151" y="3649708"/>
                <a:ext cx="3478701" cy="2164843"/>
              </a:xfrm>
              <a:custGeom>
                <a:avLst/>
                <a:gdLst>
                  <a:gd name="connsiteX0" fmla="*/ 3478701 w 3478701"/>
                  <a:gd name="connsiteY0" fmla="*/ 2164843 h 2164843"/>
                  <a:gd name="connsiteX1" fmla="*/ 1624733 w 3478701"/>
                  <a:gd name="connsiteY1" fmla="*/ 0 h 2164843"/>
                  <a:gd name="connsiteX2" fmla="*/ 87393 w 3478701"/>
                  <a:gd name="connsiteY2" fmla="*/ 954459 h 2164843"/>
                  <a:gd name="connsiteX3" fmla="*/ 0 w 3478701"/>
                  <a:gd name="connsiteY3" fmla="*/ 1122434 h 2164843"/>
                  <a:gd name="connsiteX4" fmla="*/ 736015 w 3478701"/>
                  <a:gd name="connsiteY4" fmla="*/ 1858449 h 2164843"/>
                  <a:gd name="connsiteX5" fmla="*/ 739424 w 3478701"/>
                  <a:gd name="connsiteY5" fmla="*/ 1842964 h 2164843"/>
                  <a:gd name="connsiteX6" fmla="*/ 1624733 w 3478701"/>
                  <a:gd name="connsiteY6" fmla="*/ 1082422 h 2164843"/>
                  <a:gd name="connsiteX7" fmla="*/ 2551716 w 3478701"/>
                  <a:gd name="connsiteY7" fmla="*/ 2164843 h 216484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3478701" h="2164843">
                    <a:moveTo>
                      <a:pt x="3478701" y="2164843"/>
                    </a:moveTo>
                    <a:cubicBezTo>
                      <a:pt x="3478701" y="969234"/>
                      <a:pt x="2648651" y="0"/>
                      <a:pt x="1624733" y="0"/>
                    </a:cubicBezTo>
                    <a:cubicBezTo>
                      <a:pt x="984784" y="0"/>
                      <a:pt x="420564" y="378607"/>
                      <a:pt x="87393" y="954459"/>
                    </a:cubicBezTo>
                    <a:lnTo>
                      <a:pt x="0" y="1122434"/>
                    </a:lnTo>
                    <a:lnTo>
                      <a:pt x="736015" y="1858449"/>
                    </a:lnTo>
                    <a:lnTo>
                      <a:pt x="739424" y="1842964"/>
                    </a:lnTo>
                    <a:cubicBezTo>
                      <a:pt x="856791" y="1402344"/>
                      <a:pt x="1208766" y="1082422"/>
                      <a:pt x="1624733" y="1082422"/>
                    </a:cubicBezTo>
                    <a:cubicBezTo>
                      <a:pt x="2136692" y="1082422"/>
                      <a:pt x="2551716" y="1567038"/>
                      <a:pt x="2551716" y="2164843"/>
                    </a:cubicBezTo>
                    <a:close/>
                  </a:path>
                </a:pathLst>
              </a:custGeom>
              <a:solidFill>
                <a:schemeClr val="bg2">
                  <a:lumMod val="50000"/>
                  <a:lumOff val="50000"/>
                  <a:alpha val="40000"/>
                </a:schemeClr>
              </a:solidFill>
              <a:ln>
                <a:noFill/>
              </a:ln>
              <a:effectLst>
                <a:softEdge rad="381000"/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>
                <a:defPPr>
                  <a:defRPr lang="nl-NL"/>
                </a:defPPr>
              </a:lstStyle>
              <a:p>
                <a:pPr algn="ctr" rtl="0"/>
                <a:endParaRPr lang="nl-NL" dirty="0"/>
              </a:p>
            </p:txBody>
          </p:sp>
          <p:sp>
            <p:nvSpPr>
              <p:cNvPr id="11" name="Ovaal 10">
                <a:extLst>
                  <a:ext uri="{FF2B5EF4-FFF2-40B4-BE49-F238E27FC236}">
                    <a16:creationId xmlns:a16="http://schemas.microsoft.com/office/drawing/2014/main" id="{56E92718-2CCD-B15D-8DE5-46285BEA256B}"/>
                  </a:ext>
                </a:extLst>
              </p:cNvPr>
              <p:cNvSpPr/>
              <p:nvPr userDrawn="1"/>
            </p:nvSpPr>
            <p:spPr>
              <a:xfrm rot="13500000" flipV="1">
                <a:off x="1512277" y="2840042"/>
                <a:ext cx="214196" cy="933178"/>
              </a:xfrm>
              <a:prstGeom prst="ellipse">
                <a:avLst/>
              </a:prstGeom>
              <a:solidFill>
                <a:schemeClr val="bg2">
                  <a:lumMod val="90000"/>
                  <a:lumOff val="10000"/>
                </a:schemeClr>
              </a:solidFill>
              <a:ln>
                <a:noFill/>
              </a:ln>
              <a:effectLst>
                <a:innerShdw blurRad="1270000" dist="2540000">
                  <a:schemeClr val="accent1">
                    <a:lumMod val="60000"/>
                    <a:lumOff val="40000"/>
                    <a:alpha val="0"/>
                  </a:schemeClr>
                </a:inn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>
                <a:defPPr>
                  <a:defRPr lang="nl-NL"/>
                </a:defPPr>
              </a:lstStyle>
              <a:p>
                <a:pPr algn="ctr" rtl="0"/>
                <a:endParaRPr lang="nl-NL" dirty="0"/>
              </a:p>
            </p:txBody>
          </p:sp>
        </p:grpSp>
      </p:grpSp>
      <p:grpSp>
        <p:nvGrpSpPr>
          <p:cNvPr id="19" name="Groep 18">
            <a:extLst>
              <a:ext uri="{FF2B5EF4-FFF2-40B4-BE49-F238E27FC236}">
                <a16:creationId xmlns:a16="http://schemas.microsoft.com/office/drawing/2014/main" id="{AEA0B78B-84F0-8B85-40E8-678689DC13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8723112" y="5088958"/>
            <a:ext cx="1335600" cy="1262947"/>
            <a:chOff x="10145015" y="2343978"/>
            <a:chExt cx="1335600" cy="1262947"/>
          </a:xfrm>
        </p:grpSpPr>
        <p:sp>
          <p:nvSpPr>
            <p:cNvPr id="20" name="Vrije vorm: Vorm 25">
              <a:extLst>
                <a:ext uri="{FF2B5EF4-FFF2-40B4-BE49-F238E27FC236}">
                  <a16:creationId xmlns:a16="http://schemas.microsoft.com/office/drawing/2014/main" id="{2E5D7C6F-BF77-9B7D-5B12-7AF3ED280B43}"/>
                </a:ext>
              </a:extLst>
            </p:cNvPr>
            <p:cNvSpPr>
              <a:spLocks noChangeAspect="1"/>
            </p:cNvSpPr>
            <p:nvPr/>
          </p:nvSpPr>
          <p:spPr>
            <a:xfrm rot="8100000">
              <a:off x="10400615" y="2343978"/>
              <a:ext cx="1080000" cy="1262947"/>
            </a:xfrm>
            <a:custGeom>
              <a:avLst/>
              <a:gdLst>
                <a:gd name="connsiteX0" fmla="*/ 540000 w 1080000"/>
                <a:gd name="connsiteY0" fmla="*/ 0 h 1262947"/>
                <a:gd name="connsiteX1" fmla="*/ 1080000 w 1080000"/>
                <a:gd name="connsiteY1" fmla="*/ 931034 h 1262947"/>
                <a:gd name="connsiteX2" fmla="*/ 1064374 w 1080000"/>
                <a:gd name="connsiteY2" fmla="*/ 931034 h 1262947"/>
                <a:gd name="connsiteX3" fmla="*/ 1069029 w 1080000"/>
                <a:gd name="connsiteY3" fmla="*/ 938533 h 1262947"/>
                <a:gd name="connsiteX4" fmla="*/ 1080000 w 1080000"/>
                <a:gd name="connsiteY4" fmla="*/ 992947 h 1262947"/>
                <a:gd name="connsiteX5" fmla="*/ 540000 w 1080000"/>
                <a:gd name="connsiteY5" fmla="*/ 1262947 h 1262947"/>
                <a:gd name="connsiteX6" fmla="*/ 0 w 1080000"/>
                <a:gd name="connsiteY6" fmla="*/ 992947 h 1262947"/>
                <a:gd name="connsiteX7" fmla="*/ 10971 w 1080000"/>
                <a:gd name="connsiteY7" fmla="*/ 938533 h 1262947"/>
                <a:gd name="connsiteX8" fmla="*/ 15626 w 1080000"/>
                <a:gd name="connsiteY8" fmla="*/ 931034 h 1262947"/>
                <a:gd name="connsiteX9" fmla="*/ 0 w 1080000"/>
                <a:gd name="connsiteY9" fmla="*/ 931034 h 1262947"/>
                <a:gd name="connsiteX0" fmla="*/ 540000 w 1080000"/>
                <a:gd name="connsiteY0" fmla="*/ 0 h 1262947"/>
                <a:gd name="connsiteX1" fmla="*/ 1080000 w 1080000"/>
                <a:gd name="connsiteY1" fmla="*/ 931034 h 1262947"/>
                <a:gd name="connsiteX2" fmla="*/ 1064374 w 1080000"/>
                <a:gd name="connsiteY2" fmla="*/ 931034 h 1262947"/>
                <a:gd name="connsiteX3" fmla="*/ 1069029 w 1080000"/>
                <a:gd name="connsiteY3" fmla="*/ 938533 h 1262947"/>
                <a:gd name="connsiteX4" fmla="*/ 1080000 w 1080000"/>
                <a:gd name="connsiteY4" fmla="*/ 992947 h 1262947"/>
                <a:gd name="connsiteX5" fmla="*/ 540000 w 1080000"/>
                <a:gd name="connsiteY5" fmla="*/ 1262947 h 1262947"/>
                <a:gd name="connsiteX6" fmla="*/ 0 w 1080000"/>
                <a:gd name="connsiteY6" fmla="*/ 992947 h 1262947"/>
                <a:gd name="connsiteX7" fmla="*/ 10971 w 1080000"/>
                <a:gd name="connsiteY7" fmla="*/ 938533 h 1262947"/>
                <a:gd name="connsiteX8" fmla="*/ 15626 w 1080000"/>
                <a:gd name="connsiteY8" fmla="*/ 931034 h 1262947"/>
                <a:gd name="connsiteX9" fmla="*/ 540000 w 1080000"/>
                <a:gd name="connsiteY9" fmla="*/ 0 h 1262947"/>
                <a:gd name="connsiteX0" fmla="*/ 540000 w 1080000"/>
                <a:gd name="connsiteY0" fmla="*/ 0 h 1262947"/>
                <a:gd name="connsiteX1" fmla="*/ 1064374 w 1080000"/>
                <a:gd name="connsiteY1" fmla="*/ 931034 h 1262947"/>
                <a:gd name="connsiteX2" fmla="*/ 1069029 w 1080000"/>
                <a:gd name="connsiteY2" fmla="*/ 938533 h 1262947"/>
                <a:gd name="connsiteX3" fmla="*/ 1080000 w 1080000"/>
                <a:gd name="connsiteY3" fmla="*/ 992947 h 1262947"/>
                <a:gd name="connsiteX4" fmla="*/ 540000 w 1080000"/>
                <a:gd name="connsiteY4" fmla="*/ 1262947 h 1262947"/>
                <a:gd name="connsiteX5" fmla="*/ 0 w 1080000"/>
                <a:gd name="connsiteY5" fmla="*/ 992947 h 1262947"/>
                <a:gd name="connsiteX6" fmla="*/ 10971 w 1080000"/>
                <a:gd name="connsiteY6" fmla="*/ 938533 h 1262947"/>
                <a:gd name="connsiteX7" fmla="*/ 15626 w 1080000"/>
                <a:gd name="connsiteY7" fmla="*/ 931034 h 1262947"/>
                <a:gd name="connsiteX8" fmla="*/ 540000 w 1080000"/>
                <a:gd name="connsiteY8" fmla="*/ 0 h 12629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80000" h="1262947">
                  <a:moveTo>
                    <a:pt x="540000" y="0"/>
                  </a:moveTo>
                  <a:lnTo>
                    <a:pt x="1064374" y="931034"/>
                  </a:lnTo>
                  <a:lnTo>
                    <a:pt x="1069029" y="938533"/>
                  </a:lnTo>
                  <a:cubicBezTo>
                    <a:pt x="1076223" y="956109"/>
                    <a:pt x="1080000" y="974307"/>
                    <a:pt x="1080000" y="992947"/>
                  </a:cubicBezTo>
                  <a:cubicBezTo>
                    <a:pt x="1080000" y="1142064"/>
                    <a:pt x="838234" y="1262947"/>
                    <a:pt x="540000" y="1262947"/>
                  </a:cubicBezTo>
                  <a:cubicBezTo>
                    <a:pt x="241766" y="1262947"/>
                    <a:pt x="0" y="1142064"/>
                    <a:pt x="0" y="992947"/>
                  </a:cubicBezTo>
                  <a:cubicBezTo>
                    <a:pt x="0" y="974307"/>
                    <a:pt x="3778" y="956109"/>
                    <a:pt x="10971" y="938533"/>
                  </a:cubicBezTo>
                  <a:lnTo>
                    <a:pt x="15626" y="931034"/>
                  </a:lnTo>
                  <a:lnTo>
                    <a:pt x="540000" y="0"/>
                  </a:lnTo>
                  <a:close/>
                </a:path>
              </a:pathLst>
            </a:custGeom>
            <a:gradFill>
              <a:gsLst>
                <a:gs pos="60000">
                  <a:schemeClr val="bg2">
                    <a:lumMod val="90000"/>
                    <a:lumOff val="10000"/>
                  </a:schemeClr>
                </a:gs>
                <a:gs pos="30000">
                  <a:schemeClr val="bg2">
                    <a:lumMod val="90000"/>
                    <a:lumOff val="10000"/>
                  </a:schemeClr>
                </a:gs>
                <a:gs pos="40000">
                  <a:schemeClr val="bg2">
                    <a:lumMod val="80000"/>
                    <a:lumOff val="20000"/>
                  </a:schemeClr>
                </a:gs>
                <a:gs pos="100000">
                  <a:schemeClr val="bg2"/>
                </a:gs>
              </a:gsLst>
              <a:lin ang="600000" scaled="0"/>
            </a:gradFill>
            <a:ln>
              <a:noFill/>
            </a:ln>
            <a:effectLst>
              <a:innerShdw blurRad="254000" dist="101600" dir="7320000">
                <a:schemeClr val="accent1">
                  <a:lumMod val="60000"/>
                  <a:lumOff val="40000"/>
                  <a:alpha val="4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nl-NL"/>
              </a:defPPr>
            </a:lstStyle>
            <a:p>
              <a:pPr algn="ctr" rtl="0"/>
              <a:endParaRPr lang="nl-NL" dirty="0"/>
            </a:p>
          </p:txBody>
        </p:sp>
        <p:sp>
          <p:nvSpPr>
            <p:cNvPr id="21" name="Ovaal 20">
              <a:extLst>
                <a:ext uri="{FF2B5EF4-FFF2-40B4-BE49-F238E27FC236}">
                  <a16:creationId xmlns:a16="http://schemas.microsoft.com/office/drawing/2014/main" id="{FA599EE6-2673-0AD8-EAE0-45C79326015E}"/>
                </a:ext>
              </a:extLst>
            </p:cNvPr>
            <p:cNvSpPr/>
            <p:nvPr/>
          </p:nvSpPr>
          <p:spPr>
            <a:xfrm rot="13500000">
              <a:off x="10415015" y="2179851"/>
              <a:ext cx="540000" cy="1080000"/>
            </a:xfrm>
            <a:prstGeom prst="ellipse">
              <a:avLst/>
            </a:prstGeom>
            <a:gradFill>
              <a:gsLst>
                <a:gs pos="100000">
                  <a:schemeClr val="accent1">
                    <a:lumMod val="60000"/>
                    <a:lumOff val="40000"/>
                    <a:alpha val="0"/>
                  </a:schemeClr>
                </a:gs>
                <a:gs pos="0">
                  <a:schemeClr val="bg2">
                    <a:lumMod val="75000"/>
                    <a:lumOff val="25000"/>
                    <a:alpha val="33000"/>
                  </a:schemeClr>
                </a:gs>
              </a:gsLst>
              <a:lin ang="5400000" scaled="0"/>
            </a:gradFill>
            <a:ln>
              <a:noFill/>
            </a:ln>
            <a:effectLst>
              <a:innerShdw blurRad="1270000" dist="2540000">
                <a:schemeClr val="accent1">
                  <a:lumMod val="60000"/>
                  <a:lumOff val="40000"/>
                  <a:alpha val="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nl-NL"/>
              </a:defPPr>
            </a:lstStyle>
            <a:p>
              <a:pPr algn="ctr" rtl="0"/>
              <a:endParaRPr lang="nl-NL" dirty="0"/>
            </a:p>
          </p:txBody>
        </p:sp>
      </p:grpSp>
      <p:grpSp>
        <p:nvGrpSpPr>
          <p:cNvPr id="12" name="Groep 11">
            <a:extLst>
              <a:ext uri="{FF2B5EF4-FFF2-40B4-BE49-F238E27FC236}">
                <a16:creationId xmlns:a16="http://schemas.microsoft.com/office/drawing/2014/main" id="{3BDBC526-6DCD-4FF6-8395-D8C22E46E5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613998" y="5334748"/>
            <a:ext cx="678135" cy="990000"/>
            <a:chOff x="10490969" y="1448827"/>
            <a:chExt cx="678135" cy="990000"/>
          </a:xfrm>
        </p:grpSpPr>
        <p:sp>
          <p:nvSpPr>
            <p:cNvPr id="13" name="Vrije vorm: Shape 12">
              <a:extLst>
                <a:ext uri="{FF2B5EF4-FFF2-40B4-BE49-F238E27FC236}">
                  <a16:creationId xmlns:a16="http://schemas.microsoft.com/office/drawing/2014/main" id="{02ECB475-568C-47AC-B16D-2E202DEB2DE0}"/>
                </a:ext>
              </a:extLst>
            </p:cNvPr>
            <p:cNvSpPr>
              <a:spLocks noChangeAspect="1"/>
            </p:cNvSpPr>
            <p:nvPr/>
          </p:nvSpPr>
          <p:spPr>
            <a:xfrm rot="2700000" flipH="1" flipV="1">
              <a:off x="10268976" y="1743588"/>
              <a:ext cx="926985" cy="463493"/>
            </a:xfrm>
            <a:custGeom>
              <a:avLst/>
              <a:gdLst>
                <a:gd name="connsiteX0" fmla="*/ 1329373 w 2658746"/>
                <a:gd name="connsiteY0" fmla="*/ 0 h 1329373"/>
                <a:gd name="connsiteX1" fmla="*/ 2658746 w 2658746"/>
                <a:gd name="connsiteY1" fmla="*/ 1329373 h 1329373"/>
                <a:gd name="connsiteX2" fmla="*/ 1994059 w 2658746"/>
                <a:gd name="connsiteY2" fmla="*/ 1329373 h 1329373"/>
                <a:gd name="connsiteX3" fmla="*/ 1329373 w 2658746"/>
                <a:gd name="connsiteY3" fmla="*/ 664687 h 1329373"/>
                <a:gd name="connsiteX4" fmla="*/ 664687 w 2658746"/>
                <a:gd name="connsiteY4" fmla="*/ 1329373 h 1329373"/>
                <a:gd name="connsiteX5" fmla="*/ 0 w 2658746"/>
                <a:gd name="connsiteY5" fmla="*/ 1329373 h 1329373"/>
                <a:gd name="connsiteX6" fmla="*/ 1329373 w 2658746"/>
                <a:gd name="connsiteY6" fmla="*/ 0 h 1329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658746" h="1329373">
                  <a:moveTo>
                    <a:pt x="1329373" y="0"/>
                  </a:moveTo>
                  <a:cubicBezTo>
                    <a:pt x="2063565" y="0"/>
                    <a:pt x="2658746" y="595181"/>
                    <a:pt x="2658746" y="1329373"/>
                  </a:cubicBezTo>
                  <a:lnTo>
                    <a:pt x="1994059" y="1329373"/>
                  </a:lnTo>
                  <a:cubicBezTo>
                    <a:pt x="1994059" y="962277"/>
                    <a:pt x="1696469" y="664687"/>
                    <a:pt x="1329373" y="664687"/>
                  </a:cubicBezTo>
                  <a:cubicBezTo>
                    <a:pt x="962277" y="664687"/>
                    <a:pt x="664687" y="962277"/>
                    <a:pt x="664687" y="1329373"/>
                  </a:cubicBezTo>
                  <a:lnTo>
                    <a:pt x="0" y="1329373"/>
                  </a:lnTo>
                  <a:cubicBezTo>
                    <a:pt x="0" y="595181"/>
                    <a:pt x="595181" y="0"/>
                    <a:pt x="1329373" y="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ffectLst>
              <a:innerShdw blurRad="127000" dist="50800" dir="13500000">
                <a:schemeClr val="accent1">
                  <a:lumMod val="40000"/>
                  <a:lumOff val="60000"/>
                  <a:alpha val="2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nl-NL"/>
              </a:defPPr>
            </a:lstStyle>
            <a:p>
              <a:pPr algn="ctr" rtl="0"/>
              <a:endParaRPr lang="nl-NL" dirty="0">
                <a:solidFill>
                  <a:schemeClr val="tx1"/>
                </a:solidFill>
              </a:endParaRPr>
            </a:p>
          </p:txBody>
        </p:sp>
        <p:sp>
          <p:nvSpPr>
            <p:cNvPr id="14" name="Ovaal 13">
              <a:extLst>
                <a:ext uri="{FF2B5EF4-FFF2-40B4-BE49-F238E27FC236}">
                  <a16:creationId xmlns:a16="http://schemas.microsoft.com/office/drawing/2014/main" id="{080D8764-525A-441E-B58F-068E82F09714}"/>
                </a:ext>
              </a:extLst>
            </p:cNvPr>
            <p:cNvSpPr/>
            <p:nvPr/>
          </p:nvSpPr>
          <p:spPr>
            <a:xfrm rot="8100000" flipH="1" flipV="1">
              <a:off x="11115555" y="1939340"/>
              <a:ext cx="53549" cy="233295"/>
            </a:xfrm>
            <a:prstGeom prst="ellipse">
              <a:avLst/>
            </a:prstGeom>
            <a:solidFill>
              <a:schemeClr val="bg2">
                <a:lumMod val="90000"/>
                <a:lumOff val="10000"/>
              </a:schemeClr>
            </a:solidFill>
            <a:ln>
              <a:noFill/>
            </a:ln>
            <a:effectLst>
              <a:innerShdw blurRad="63500" dist="2540000">
                <a:schemeClr val="accent1">
                  <a:lumMod val="60000"/>
                  <a:lumOff val="40000"/>
                  <a:alpha val="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nl-NL"/>
              </a:defPPr>
            </a:lstStyle>
            <a:p>
              <a:pPr algn="ctr" rtl="0"/>
              <a:endParaRPr lang="nl-NL" dirty="0"/>
            </a:p>
          </p:txBody>
        </p:sp>
        <p:sp>
          <p:nvSpPr>
            <p:cNvPr id="15" name="Ovaal 14">
              <a:extLst>
                <a:ext uri="{FF2B5EF4-FFF2-40B4-BE49-F238E27FC236}">
                  <a16:creationId xmlns:a16="http://schemas.microsoft.com/office/drawing/2014/main" id="{11196109-6F2B-4738-B2FC-2CCC753AABD4}"/>
                </a:ext>
              </a:extLst>
            </p:cNvPr>
            <p:cNvSpPr/>
            <p:nvPr/>
          </p:nvSpPr>
          <p:spPr>
            <a:xfrm rot="8100000" flipH="1" flipV="1">
              <a:off x="10625042" y="1448827"/>
              <a:ext cx="53549" cy="233295"/>
            </a:xfrm>
            <a:prstGeom prst="ellipse">
              <a:avLst/>
            </a:prstGeom>
            <a:solidFill>
              <a:schemeClr val="bg2">
                <a:lumMod val="90000"/>
                <a:lumOff val="10000"/>
              </a:schemeClr>
            </a:solidFill>
            <a:ln>
              <a:noFill/>
            </a:ln>
            <a:effectLst>
              <a:innerShdw blurRad="63500" dist="2540000">
                <a:schemeClr val="accent1">
                  <a:lumMod val="60000"/>
                  <a:lumOff val="40000"/>
                  <a:alpha val="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nl-NL"/>
              </a:defPPr>
            </a:lstStyle>
            <a:p>
              <a:pPr algn="ctr" rtl="0"/>
              <a:endParaRPr lang="nl-NL" dirty="0"/>
            </a:p>
          </p:txBody>
        </p:sp>
        <p:sp>
          <p:nvSpPr>
            <p:cNvPr id="16" name="Vrije vorm: Vorm 15">
              <a:extLst>
                <a:ext uri="{FF2B5EF4-FFF2-40B4-BE49-F238E27FC236}">
                  <a16:creationId xmlns:a16="http://schemas.microsoft.com/office/drawing/2014/main" id="{F7E468C2-69B8-470B-85E3-801A3CB1D7E2}"/>
                </a:ext>
              </a:extLst>
            </p:cNvPr>
            <p:cNvSpPr>
              <a:spLocks noChangeAspect="1"/>
            </p:cNvSpPr>
            <p:nvPr/>
          </p:nvSpPr>
          <p:spPr>
            <a:xfrm rot="2700000" flipH="1" flipV="1">
              <a:off x="10292519" y="1686748"/>
              <a:ext cx="926985" cy="530086"/>
            </a:xfrm>
            <a:custGeom>
              <a:avLst/>
              <a:gdLst>
                <a:gd name="connsiteX0" fmla="*/ 1329373 w 2658746"/>
                <a:gd name="connsiteY0" fmla="*/ 0 h 1329373"/>
                <a:gd name="connsiteX1" fmla="*/ 2658746 w 2658746"/>
                <a:gd name="connsiteY1" fmla="*/ 1329373 h 1329373"/>
                <a:gd name="connsiteX2" fmla="*/ 1994059 w 2658746"/>
                <a:gd name="connsiteY2" fmla="*/ 1329373 h 1329373"/>
                <a:gd name="connsiteX3" fmla="*/ 1329373 w 2658746"/>
                <a:gd name="connsiteY3" fmla="*/ 664687 h 1329373"/>
                <a:gd name="connsiteX4" fmla="*/ 664687 w 2658746"/>
                <a:gd name="connsiteY4" fmla="*/ 1329373 h 1329373"/>
                <a:gd name="connsiteX5" fmla="*/ 0 w 2658746"/>
                <a:gd name="connsiteY5" fmla="*/ 1329373 h 1329373"/>
                <a:gd name="connsiteX6" fmla="*/ 1329373 w 2658746"/>
                <a:gd name="connsiteY6" fmla="*/ 0 h 1329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658746" h="1329373">
                  <a:moveTo>
                    <a:pt x="1329373" y="0"/>
                  </a:moveTo>
                  <a:cubicBezTo>
                    <a:pt x="2063565" y="0"/>
                    <a:pt x="2658746" y="595181"/>
                    <a:pt x="2658746" y="1329373"/>
                  </a:cubicBezTo>
                  <a:lnTo>
                    <a:pt x="1994059" y="1329373"/>
                  </a:lnTo>
                  <a:cubicBezTo>
                    <a:pt x="1994059" y="962277"/>
                    <a:pt x="1696469" y="664687"/>
                    <a:pt x="1329373" y="664687"/>
                  </a:cubicBezTo>
                  <a:cubicBezTo>
                    <a:pt x="962277" y="664687"/>
                    <a:pt x="664687" y="962277"/>
                    <a:pt x="664687" y="1329373"/>
                  </a:cubicBezTo>
                  <a:lnTo>
                    <a:pt x="0" y="1329373"/>
                  </a:lnTo>
                  <a:cubicBezTo>
                    <a:pt x="0" y="595181"/>
                    <a:pt x="595181" y="0"/>
                    <a:pt x="1329373" y="0"/>
                  </a:cubicBezTo>
                  <a:close/>
                </a:path>
              </a:pathLst>
            </a:custGeom>
            <a:solidFill>
              <a:schemeClr val="bg2">
                <a:lumMod val="50000"/>
                <a:lumOff val="50000"/>
                <a:alpha val="20000"/>
              </a:schemeClr>
            </a:solidFill>
            <a:ln>
              <a:noFill/>
            </a:ln>
            <a:effectLst>
              <a:softEdge rad="1016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nl-NL"/>
              </a:defPPr>
            </a:lstStyle>
            <a:p>
              <a:pPr algn="ctr" rtl="0"/>
              <a:endParaRPr lang="nl-NL" dirty="0">
                <a:solidFill>
                  <a:schemeClr val="tx1"/>
                </a:solidFill>
              </a:endParaRPr>
            </a:p>
          </p:txBody>
        </p:sp>
      </p:grpSp>
      <p:sp>
        <p:nvSpPr>
          <p:cNvPr id="2" name="Titel 1">
            <a:extLst>
              <a:ext uri="{FF2B5EF4-FFF2-40B4-BE49-F238E27FC236}">
                <a16:creationId xmlns:a16="http://schemas.microsoft.com/office/drawing/2014/main" id="{B1A4B040-51E3-4DA0-B21D-EEE173E7536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50862" y="498474"/>
            <a:ext cx="7960421" cy="1450217"/>
          </a:xfrm>
        </p:spPr>
        <p:txBody>
          <a:bodyPr vert="horz" wrap="square" lIns="0" tIns="0" rIns="0" bIns="0" rtlCol="0" anchor="t" anchorCtr="0">
            <a:normAutofit/>
          </a:bodyPr>
          <a:lstStyle>
            <a:lvl1pPr>
              <a:defRPr lang="nl-NL" sz="4000" dirty="0"/>
            </a:lvl1pPr>
          </a:lstStyle>
          <a:p>
            <a:pPr lvl="0" rtl="0">
              <a:lnSpc>
                <a:spcPct val="100000"/>
              </a:lnSpc>
            </a:pPr>
            <a:r>
              <a:rPr lang="nl-NL"/>
              <a:t>Klik om titel toe te voegen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F8A2CD90-429B-4A55-B6C8-DD6CE6994118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81343" y="2103039"/>
            <a:ext cx="7929940" cy="3979625"/>
          </a:xfrm>
        </p:spPr>
        <p:txBody>
          <a:bodyPr rtlCol="0">
            <a:normAutofit/>
          </a:bodyPr>
          <a:lstStyle>
            <a:lvl1pPr>
              <a:defRPr lang="nl-NL" sz="1800">
                <a:solidFill>
                  <a:schemeClr val="tx1"/>
                </a:solidFill>
              </a:defRPr>
            </a:lvl1pPr>
            <a:lvl2pPr>
              <a:defRPr lang="nl-NL" sz="1200">
                <a:solidFill>
                  <a:schemeClr val="tx1"/>
                </a:solidFill>
              </a:defRPr>
            </a:lvl2pPr>
            <a:lvl3pPr>
              <a:defRPr lang="nl-NL" sz="1200">
                <a:solidFill>
                  <a:schemeClr val="tx1"/>
                </a:solidFill>
              </a:defRPr>
            </a:lvl3pPr>
            <a:lvl4pPr>
              <a:defRPr lang="nl-NL" sz="1200">
                <a:solidFill>
                  <a:schemeClr val="tx1"/>
                </a:solidFill>
              </a:defRPr>
            </a:lvl4pPr>
            <a:lvl5pPr>
              <a:defRPr lang="nl-NL" sz="1200">
                <a:solidFill>
                  <a:schemeClr val="tx1"/>
                </a:solidFill>
              </a:defRPr>
            </a:lvl5pPr>
          </a:lstStyle>
          <a:p>
            <a:pPr lvl="0" rtl="0"/>
            <a:r>
              <a:rPr lang="nl-NL"/>
              <a:t>Klik om inhoud toe te voegen</a:t>
            </a:r>
          </a:p>
          <a:p>
            <a:pPr lvl="1" rtl="0"/>
            <a:r>
              <a:rPr lang="nl-NL"/>
              <a:t>Tweede niveau</a:t>
            </a:r>
          </a:p>
          <a:p>
            <a:pPr lvl="2" rtl="0"/>
            <a:r>
              <a:rPr lang="nl-NL"/>
              <a:t>Derde niveau</a:t>
            </a:r>
          </a:p>
          <a:p>
            <a:pPr lvl="3" rtl="0"/>
            <a:r>
              <a:rPr lang="nl-NL"/>
              <a:t>Vierde niveau</a:t>
            </a:r>
          </a:p>
          <a:p>
            <a:pPr lvl="4" rtl="0"/>
            <a:r>
              <a:rPr lang="nl-NL"/>
              <a:t>Vijfde niveau</a:t>
            </a:r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4D4EE704-5DCA-484E-85E0-0E3A7B1C50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defPPr>
              <a:defRPr lang="nl-NL"/>
            </a:defPPr>
          </a:lstStyle>
          <a:p>
            <a:pPr rtl="0"/>
            <a:r>
              <a:rPr lang="nl-NL"/>
              <a:t>20XX</a:t>
            </a:r>
            <a:endParaRPr lang="nl-NL" dirty="0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4CA69B66-1C18-44A2-93F7-97DED26F24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defPPr>
              <a:defRPr lang="nl-NL"/>
            </a:defPPr>
          </a:lstStyle>
          <a:p>
            <a:pPr rtl="0"/>
            <a:endParaRPr lang="nl-NL" dirty="0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7E44B5A0-66FA-433A-8DC5-C097C63B4D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defPPr>
              <a:defRPr lang="nl-NL"/>
            </a:defPPr>
          </a:lstStyle>
          <a:p>
            <a:pPr rtl="0"/>
            <a:fld id="{DBA1B0FB-D917-4C8C-928F-313BD683BF39}" type="slidenum">
              <a:rPr lang="nl-NL" smtClean="0"/>
              <a:t>‹#›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6609946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ee inhoud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Ovaal 21">
            <a:extLst>
              <a:ext uri="{FF2B5EF4-FFF2-40B4-BE49-F238E27FC236}">
                <a16:creationId xmlns:a16="http://schemas.microsoft.com/office/drawing/2014/main" id="{94729CA3-91C4-4A89-9448-A2F0E40917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/>
        </p:nvSpPr>
        <p:spPr>
          <a:xfrm>
            <a:off x="11069864" y="333375"/>
            <a:ext cx="360000" cy="360000"/>
          </a:xfrm>
          <a:prstGeom prst="ellipse">
            <a:avLst/>
          </a:prstGeom>
          <a:gradFill flip="none" rotWithShape="1">
            <a:gsLst>
              <a:gs pos="100000">
                <a:schemeClr val="bg2">
                  <a:lumMod val="50000"/>
                  <a:lumOff val="50000"/>
                </a:schemeClr>
              </a:gs>
              <a:gs pos="60000">
                <a:schemeClr val="bg2"/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  <a:effectLst>
            <a:innerShdw blurRad="127000" dist="63500" dir="2700000">
              <a:schemeClr val="accent1">
                <a:lumMod val="60000"/>
                <a:lumOff val="40000"/>
                <a:alpha val="20000"/>
              </a:schemeClr>
            </a:innerShdw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nl-NL"/>
            </a:defPPr>
          </a:lstStyle>
          <a:p>
            <a:pPr algn="ctr" rtl="0"/>
            <a:endParaRPr lang="nl-NL" dirty="0"/>
          </a:p>
        </p:txBody>
      </p:sp>
      <p:grpSp>
        <p:nvGrpSpPr>
          <p:cNvPr id="13" name="Groep 12">
            <a:extLst>
              <a:ext uri="{FF2B5EF4-FFF2-40B4-BE49-F238E27FC236}">
                <a16:creationId xmlns:a16="http://schemas.microsoft.com/office/drawing/2014/main" id="{168347B7-45FA-4A01-924D-DC385B720B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331786" y="5528198"/>
            <a:ext cx="631474" cy="667800"/>
            <a:chOff x="2994153" y="1378666"/>
            <a:chExt cx="631474" cy="667800"/>
          </a:xfrm>
        </p:grpSpPr>
        <p:sp>
          <p:nvSpPr>
            <p:cNvPr id="20" name="Vrije vorm: Shape 19">
              <a:extLst>
                <a:ext uri="{FF2B5EF4-FFF2-40B4-BE49-F238E27FC236}">
                  <a16:creationId xmlns:a16="http://schemas.microsoft.com/office/drawing/2014/main" id="{31167DA1-25D1-4E60-A62E-42B6F56A96EC}"/>
                </a:ext>
              </a:extLst>
            </p:cNvPr>
            <p:cNvSpPr>
              <a:spLocks noChangeAspect="1"/>
            </p:cNvSpPr>
            <p:nvPr/>
          </p:nvSpPr>
          <p:spPr>
            <a:xfrm rot="2700000">
              <a:off x="3039890" y="1332929"/>
              <a:ext cx="540000" cy="631474"/>
            </a:xfrm>
            <a:custGeom>
              <a:avLst/>
              <a:gdLst>
                <a:gd name="connsiteX0" fmla="*/ 540000 w 1080000"/>
                <a:gd name="connsiteY0" fmla="*/ 0 h 1262947"/>
                <a:gd name="connsiteX1" fmla="*/ 1080000 w 1080000"/>
                <a:gd name="connsiteY1" fmla="*/ 931034 h 1262947"/>
                <a:gd name="connsiteX2" fmla="*/ 1064374 w 1080000"/>
                <a:gd name="connsiteY2" fmla="*/ 931034 h 1262947"/>
                <a:gd name="connsiteX3" fmla="*/ 1069029 w 1080000"/>
                <a:gd name="connsiteY3" fmla="*/ 938533 h 1262947"/>
                <a:gd name="connsiteX4" fmla="*/ 1080000 w 1080000"/>
                <a:gd name="connsiteY4" fmla="*/ 992947 h 1262947"/>
                <a:gd name="connsiteX5" fmla="*/ 540000 w 1080000"/>
                <a:gd name="connsiteY5" fmla="*/ 1262947 h 1262947"/>
                <a:gd name="connsiteX6" fmla="*/ 0 w 1080000"/>
                <a:gd name="connsiteY6" fmla="*/ 992947 h 1262947"/>
                <a:gd name="connsiteX7" fmla="*/ 10971 w 1080000"/>
                <a:gd name="connsiteY7" fmla="*/ 938533 h 1262947"/>
                <a:gd name="connsiteX8" fmla="*/ 15626 w 1080000"/>
                <a:gd name="connsiteY8" fmla="*/ 931034 h 1262947"/>
                <a:gd name="connsiteX9" fmla="*/ 0 w 1080000"/>
                <a:gd name="connsiteY9" fmla="*/ 931034 h 1262947"/>
                <a:gd name="connsiteX0" fmla="*/ 540000 w 1080000"/>
                <a:gd name="connsiteY0" fmla="*/ 0 h 1262947"/>
                <a:gd name="connsiteX1" fmla="*/ 1080000 w 1080000"/>
                <a:gd name="connsiteY1" fmla="*/ 931034 h 1262947"/>
                <a:gd name="connsiteX2" fmla="*/ 1064374 w 1080000"/>
                <a:gd name="connsiteY2" fmla="*/ 931034 h 1262947"/>
                <a:gd name="connsiteX3" fmla="*/ 1069029 w 1080000"/>
                <a:gd name="connsiteY3" fmla="*/ 938533 h 1262947"/>
                <a:gd name="connsiteX4" fmla="*/ 1080000 w 1080000"/>
                <a:gd name="connsiteY4" fmla="*/ 992947 h 1262947"/>
                <a:gd name="connsiteX5" fmla="*/ 540000 w 1080000"/>
                <a:gd name="connsiteY5" fmla="*/ 1262947 h 1262947"/>
                <a:gd name="connsiteX6" fmla="*/ 0 w 1080000"/>
                <a:gd name="connsiteY6" fmla="*/ 992947 h 1262947"/>
                <a:gd name="connsiteX7" fmla="*/ 10971 w 1080000"/>
                <a:gd name="connsiteY7" fmla="*/ 938533 h 1262947"/>
                <a:gd name="connsiteX8" fmla="*/ 15626 w 1080000"/>
                <a:gd name="connsiteY8" fmla="*/ 931034 h 1262947"/>
                <a:gd name="connsiteX9" fmla="*/ 540000 w 1080000"/>
                <a:gd name="connsiteY9" fmla="*/ 0 h 1262947"/>
                <a:gd name="connsiteX0" fmla="*/ 540000 w 1080000"/>
                <a:gd name="connsiteY0" fmla="*/ 0 h 1262947"/>
                <a:gd name="connsiteX1" fmla="*/ 1064374 w 1080000"/>
                <a:gd name="connsiteY1" fmla="*/ 931034 h 1262947"/>
                <a:gd name="connsiteX2" fmla="*/ 1069029 w 1080000"/>
                <a:gd name="connsiteY2" fmla="*/ 938533 h 1262947"/>
                <a:gd name="connsiteX3" fmla="*/ 1080000 w 1080000"/>
                <a:gd name="connsiteY3" fmla="*/ 992947 h 1262947"/>
                <a:gd name="connsiteX4" fmla="*/ 540000 w 1080000"/>
                <a:gd name="connsiteY4" fmla="*/ 1262947 h 1262947"/>
                <a:gd name="connsiteX5" fmla="*/ 0 w 1080000"/>
                <a:gd name="connsiteY5" fmla="*/ 992947 h 1262947"/>
                <a:gd name="connsiteX6" fmla="*/ 10971 w 1080000"/>
                <a:gd name="connsiteY6" fmla="*/ 938533 h 1262947"/>
                <a:gd name="connsiteX7" fmla="*/ 15626 w 1080000"/>
                <a:gd name="connsiteY7" fmla="*/ 931034 h 1262947"/>
                <a:gd name="connsiteX8" fmla="*/ 540000 w 1080000"/>
                <a:gd name="connsiteY8" fmla="*/ 0 h 12629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80000" h="1262947">
                  <a:moveTo>
                    <a:pt x="540000" y="0"/>
                  </a:moveTo>
                  <a:lnTo>
                    <a:pt x="1064374" y="931034"/>
                  </a:lnTo>
                  <a:lnTo>
                    <a:pt x="1069029" y="938533"/>
                  </a:lnTo>
                  <a:cubicBezTo>
                    <a:pt x="1076223" y="956109"/>
                    <a:pt x="1080000" y="974307"/>
                    <a:pt x="1080000" y="992947"/>
                  </a:cubicBezTo>
                  <a:cubicBezTo>
                    <a:pt x="1080000" y="1142064"/>
                    <a:pt x="838234" y="1262947"/>
                    <a:pt x="540000" y="1262947"/>
                  </a:cubicBezTo>
                  <a:cubicBezTo>
                    <a:pt x="241766" y="1262947"/>
                    <a:pt x="0" y="1142064"/>
                    <a:pt x="0" y="992947"/>
                  </a:cubicBezTo>
                  <a:cubicBezTo>
                    <a:pt x="0" y="974307"/>
                    <a:pt x="3778" y="956109"/>
                    <a:pt x="10971" y="938533"/>
                  </a:cubicBezTo>
                  <a:lnTo>
                    <a:pt x="15626" y="931034"/>
                  </a:lnTo>
                  <a:lnTo>
                    <a:pt x="540000" y="0"/>
                  </a:lnTo>
                  <a:close/>
                </a:path>
              </a:pathLst>
            </a:custGeom>
            <a:gradFill>
              <a:gsLst>
                <a:gs pos="60000">
                  <a:schemeClr val="bg2">
                    <a:lumMod val="90000"/>
                    <a:lumOff val="10000"/>
                  </a:schemeClr>
                </a:gs>
                <a:gs pos="30000">
                  <a:schemeClr val="bg2">
                    <a:lumMod val="90000"/>
                    <a:lumOff val="10000"/>
                  </a:schemeClr>
                </a:gs>
                <a:gs pos="40000">
                  <a:schemeClr val="bg2">
                    <a:lumMod val="75000"/>
                    <a:lumOff val="25000"/>
                  </a:schemeClr>
                </a:gs>
                <a:gs pos="100000">
                  <a:schemeClr val="bg2"/>
                </a:gs>
              </a:gsLst>
              <a:lin ang="600000" scaled="0"/>
            </a:gradFill>
            <a:ln>
              <a:noFill/>
            </a:ln>
            <a:effectLst>
              <a:innerShdw blurRad="254000" dist="101600" dir="2700000">
                <a:schemeClr val="accent1">
                  <a:lumMod val="60000"/>
                  <a:lumOff val="40000"/>
                  <a:alpha val="2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nl-NL"/>
              </a:defPPr>
            </a:lstStyle>
            <a:p>
              <a:pPr algn="ctr" rtl="0"/>
              <a:endParaRPr lang="nl-NL" dirty="0"/>
            </a:p>
          </p:txBody>
        </p:sp>
        <p:sp>
          <p:nvSpPr>
            <p:cNvPr id="21" name="Ovaal 20">
              <a:extLst>
                <a:ext uri="{FF2B5EF4-FFF2-40B4-BE49-F238E27FC236}">
                  <a16:creationId xmlns:a16="http://schemas.microsoft.com/office/drawing/2014/main" id="{6B7B7215-A661-477E-91D0-CDBE5564D2B9}"/>
                </a:ext>
              </a:extLst>
            </p:cNvPr>
            <p:cNvSpPr/>
            <p:nvPr/>
          </p:nvSpPr>
          <p:spPr>
            <a:xfrm rot="8100000">
              <a:off x="3047090" y="1506466"/>
              <a:ext cx="270000" cy="540000"/>
            </a:xfrm>
            <a:prstGeom prst="ellipse">
              <a:avLst/>
            </a:prstGeom>
            <a:gradFill>
              <a:gsLst>
                <a:gs pos="100000">
                  <a:schemeClr val="bg2">
                    <a:lumMod val="90000"/>
                    <a:lumOff val="10000"/>
                  </a:schemeClr>
                </a:gs>
                <a:gs pos="50000">
                  <a:schemeClr val="bg2">
                    <a:lumMod val="95000"/>
                    <a:lumOff val="5000"/>
                  </a:schemeClr>
                </a:gs>
              </a:gsLst>
              <a:lin ang="5400000" scaled="0"/>
            </a:gradFill>
            <a:ln>
              <a:noFill/>
            </a:ln>
            <a:effectLst>
              <a:innerShdw blurRad="1270000" dist="2540000">
                <a:schemeClr val="accent1">
                  <a:lumMod val="60000"/>
                  <a:lumOff val="40000"/>
                  <a:alpha val="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nl-NL"/>
              </a:defPPr>
            </a:lstStyle>
            <a:p>
              <a:pPr algn="ctr" rtl="0"/>
              <a:endParaRPr lang="nl-NL" dirty="0"/>
            </a:p>
          </p:txBody>
        </p:sp>
      </p:grpSp>
      <p:sp>
        <p:nvSpPr>
          <p:cNvPr id="2" name="Titel 1">
            <a:extLst>
              <a:ext uri="{FF2B5EF4-FFF2-40B4-BE49-F238E27FC236}">
                <a16:creationId xmlns:a16="http://schemas.microsoft.com/office/drawing/2014/main" id="{8978E540-142B-4A82-9C3F-E61BC190AEE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50863" y="508635"/>
            <a:ext cx="11090274" cy="1332000"/>
          </a:xfrm>
        </p:spPr>
        <p:txBody>
          <a:bodyPr rtlCol="0">
            <a:normAutofit/>
          </a:bodyPr>
          <a:lstStyle>
            <a:lvl1pPr>
              <a:lnSpc>
                <a:spcPct val="100000"/>
              </a:lnSpc>
              <a:defRPr lang="nl-NL" sz="4000"/>
            </a:lvl1pPr>
          </a:lstStyle>
          <a:p>
            <a:pPr rtl="0"/>
            <a:r>
              <a:rPr lang="nl-NL"/>
              <a:t>Klik om titel toe te voegen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02C6BF36-D4F5-4363-B440-BDAE50BBD4B6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550862" y="2097175"/>
            <a:ext cx="5435600" cy="3995650"/>
          </a:xfrm>
        </p:spPr>
        <p:txBody>
          <a:bodyPr rtlCol="0">
            <a:normAutofit/>
          </a:bodyPr>
          <a:lstStyle>
            <a:lvl1pPr marL="0" indent="0">
              <a:spcBef>
                <a:spcPts val="1000"/>
              </a:spcBef>
              <a:buNone/>
              <a:defRPr lang="nl-NL" sz="1800">
                <a:solidFill>
                  <a:schemeClr val="tx1"/>
                </a:solidFill>
              </a:defRPr>
            </a:lvl1pPr>
            <a:lvl2pPr marL="228600">
              <a:spcBef>
                <a:spcPts val="1000"/>
              </a:spcBef>
              <a:defRPr lang="nl-NL" sz="1800">
                <a:solidFill>
                  <a:schemeClr val="tx1"/>
                </a:solidFill>
              </a:defRPr>
            </a:lvl2pPr>
            <a:lvl3pPr marL="411480" indent="-228600">
              <a:spcBef>
                <a:spcPts val="1000"/>
              </a:spcBef>
              <a:defRPr lang="nl-NL" sz="1800">
                <a:solidFill>
                  <a:schemeClr val="tx1"/>
                </a:solidFill>
              </a:defRPr>
            </a:lvl3pPr>
            <a:lvl4pPr marL="594360">
              <a:spcBef>
                <a:spcPts val="1000"/>
              </a:spcBef>
              <a:defRPr lang="nl-NL" sz="1800">
                <a:solidFill>
                  <a:schemeClr val="tx1"/>
                </a:solidFill>
              </a:defRPr>
            </a:lvl4pPr>
            <a:lvl5pPr marL="777240">
              <a:spcBef>
                <a:spcPts val="1000"/>
              </a:spcBef>
              <a:defRPr lang="nl-NL" sz="1800">
                <a:solidFill>
                  <a:schemeClr val="tx1"/>
                </a:solidFill>
              </a:defRPr>
            </a:lvl5pPr>
          </a:lstStyle>
          <a:p>
            <a:pPr lvl="0" rtl="0"/>
            <a:r>
              <a:rPr lang="nl-NL"/>
              <a:t>Klik om inhoud toe te voegen</a:t>
            </a:r>
          </a:p>
          <a:p>
            <a:pPr lvl="1" rtl="0"/>
            <a:r>
              <a:rPr lang="nl-NL"/>
              <a:t>Tweede niveau</a:t>
            </a:r>
          </a:p>
          <a:p>
            <a:pPr lvl="2" rtl="0"/>
            <a:r>
              <a:rPr lang="nl-NL"/>
              <a:t>Derde niveau</a:t>
            </a:r>
          </a:p>
          <a:p>
            <a:pPr lvl="3" rtl="0"/>
            <a:r>
              <a:rPr lang="nl-NL"/>
              <a:t>Vierde niveau</a:t>
            </a:r>
          </a:p>
          <a:p>
            <a:pPr lvl="4" rtl="0"/>
            <a:r>
              <a:rPr lang="nl-NL"/>
              <a:t>Vijfde niveau</a:t>
            </a:r>
          </a:p>
        </p:txBody>
      </p:sp>
      <p:sp>
        <p:nvSpPr>
          <p:cNvPr id="11" name="Tijdelijke aanduiding voor inhoud 2">
            <a:extLst>
              <a:ext uri="{FF2B5EF4-FFF2-40B4-BE49-F238E27FC236}">
                <a16:creationId xmlns:a16="http://schemas.microsoft.com/office/drawing/2014/main" id="{6B65629D-0977-C0EA-5E0B-C4822F43DAEE}"/>
              </a:ext>
            </a:extLst>
          </p:cNvPr>
          <p:cNvSpPr>
            <a:spLocks noGrp="1"/>
          </p:cNvSpPr>
          <p:nvPr>
            <p:ph sz="half" idx="13" hasCustomPrompt="1"/>
          </p:nvPr>
        </p:nvSpPr>
        <p:spPr>
          <a:xfrm>
            <a:off x="6205540" y="2097175"/>
            <a:ext cx="5435600" cy="3995650"/>
          </a:xfrm>
        </p:spPr>
        <p:txBody>
          <a:bodyPr rtlCol="0">
            <a:normAutofit/>
          </a:bodyPr>
          <a:lstStyle>
            <a:lvl1pPr marL="0" indent="0">
              <a:spcBef>
                <a:spcPts val="1000"/>
              </a:spcBef>
              <a:buNone/>
              <a:defRPr lang="nl-NL" sz="1800">
                <a:solidFill>
                  <a:schemeClr val="tx1"/>
                </a:solidFill>
              </a:defRPr>
            </a:lvl1pPr>
            <a:lvl2pPr marL="228600">
              <a:spcBef>
                <a:spcPts val="1000"/>
              </a:spcBef>
              <a:defRPr lang="nl-NL" sz="1800">
                <a:solidFill>
                  <a:schemeClr val="tx1"/>
                </a:solidFill>
              </a:defRPr>
            </a:lvl2pPr>
            <a:lvl3pPr marL="411480" indent="-228600">
              <a:spcBef>
                <a:spcPts val="1000"/>
              </a:spcBef>
              <a:defRPr lang="nl-NL" sz="1800">
                <a:solidFill>
                  <a:schemeClr val="tx1"/>
                </a:solidFill>
              </a:defRPr>
            </a:lvl3pPr>
            <a:lvl4pPr marL="594360">
              <a:spcBef>
                <a:spcPts val="1000"/>
              </a:spcBef>
              <a:defRPr lang="nl-NL" sz="1800">
                <a:solidFill>
                  <a:schemeClr val="tx1"/>
                </a:solidFill>
              </a:defRPr>
            </a:lvl4pPr>
            <a:lvl5pPr marL="777240">
              <a:spcBef>
                <a:spcPts val="1000"/>
              </a:spcBef>
              <a:defRPr lang="nl-NL" sz="1800">
                <a:solidFill>
                  <a:schemeClr val="tx1"/>
                </a:solidFill>
              </a:defRPr>
            </a:lvl5pPr>
          </a:lstStyle>
          <a:p>
            <a:pPr lvl="0" rtl="0"/>
            <a:r>
              <a:rPr lang="nl-NL"/>
              <a:t>Klik om inhoud toe te voegen</a:t>
            </a:r>
          </a:p>
          <a:p>
            <a:pPr lvl="1" rtl="0"/>
            <a:r>
              <a:rPr lang="nl-NL"/>
              <a:t>Tweede niveau</a:t>
            </a:r>
          </a:p>
          <a:p>
            <a:pPr lvl="2" rtl="0"/>
            <a:r>
              <a:rPr lang="nl-NL"/>
              <a:t>Derde niveau</a:t>
            </a:r>
          </a:p>
          <a:p>
            <a:pPr lvl="3" rtl="0"/>
            <a:r>
              <a:rPr lang="nl-NL"/>
              <a:t>Vierde niveau</a:t>
            </a:r>
          </a:p>
          <a:p>
            <a:pPr lvl="4" rtl="0"/>
            <a:r>
              <a:rPr lang="nl-NL"/>
              <a:t>Vijfde niveau</a:t>
            </a:r>
          </a:p>
        </p:txBody>
      </p:sp>
      <p:sp>
        <p:nvSpPr>
          <p:cNvPr id="5" name="Tijdelijke aanduiding voor datum 4">
            <a:extLst>
              <a:ext uri="{FF2B5EF4-FFF2-40B4-BE49-F238E27FC236}">
                <a16:creationId xmlns:a16="http://schemas.microsoft.com/office/drawing/2014/main" id="{BB99A8AF-0998-4613-B1D8-C14ECBFFDF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defPPr>
              <a:defRPr lang="nl-NL"/>
            </a:defPPr>
          </a:lstStyle>
          <a:p>
            <a:pPr rtl="0"/>
            <a:r>
              <a:rPr lang="nl-NL"/>
              <a:t>20XX</a:t>
            </a:r>
            <a:endParaRPr lang="nl-NL" dirty="0"/>
          </a:p>
        </p:txBody>
      </p:sp>
      <p:sp>
        <p:nvSpPr>
          <p:cNvPr id="6" name="Tijdelijke aanduiding voor voettekst 5">
            <a:extLst>
              <a:ext uri="{FF2B5EF4-FFF2-40B4-BE49-F238E27FC236}">
                <a16:creationId xmlns:a16="http://schemas.microsoft.com/office/drawing/2014/main" id="{66E44EAA-B8A9-4428-A9DF-1174DA9409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defPPr>
              <a:defRPr lang="nl-NL"/>
            </a:defPPr>
          </a:lstStyle>
          <a:p>
            <a:pPr rtl="0"/>
            <a:endParaRPr lang="nl-NL" dirty="0"/>
          </a:p>
        </p:txBody>
      </p:sp>
      <p:sp>
        <p:nvSpPr>
          <p:cNvPr id="7" name="Tijdelijke aanduiding voor dianummer 6">
            <a:extLst>
              <a:ext uri="{FF2B5EF4-FFF2-40B4-BE49-F238E27FC236}">
                <a16:creationId xmlns:a16="http://schemas.microsoft.com/office/drawing/2014/main" id="{19E5C381-C899-4BF9-B584-2D78074D1C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defPPr>
              <a:defRPr lang="nl-NL"/>
            </a:defPPr>
          </a:lstStyle>
          <a:p>
            <a:pPr rtl="0"/>
            <a:fld id="{DBA1B0FB-D917-4C8C-928F-313BD683BF39}" type="slidenum">
              <a:rPr lang="nl-NL" smtClean="0"/>
              <a:t>‹#›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18061194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ee, inhou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Ovaal 21">
            <a:extLst>
              <a:ext uri="{FF2B5EF4-FFF2-40B4-BE49-F238E27FC236}">
                <a16:creationId xmlns:a16="http://schemas.microsoft.com/office/drawing/2014/main" id="{94729CA3-91C4-4A89-9448-A2F0E40917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/>
        </p:nvSpPr>
        <p:spPr>
          <a:xfrm>
            <a:off x="11069864" y="333375"/>
            <a:ext cx="360000" cy="360000"/>
          </a:xfrm>
          <a:prstGeom prst="ellipse">
            <a:avLst/>
          </a:prstGeom>
          <a:gradFill flip="none" rotWithShape="1">
            <a:gsLst>
              <a:gs pos="100000">
                <a:schemeClr val="bg2">
                  <a:lumMod val="50000"/>
                  <a:lumOff val="50000"/>
                </a:schemeClr>
              </a:gs>
              <a:gs pos="60000">
                <a:schemeClr val="bg2"/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  <a:effectLst>
            <a:innerShdw blurRad="127000" dist="63500" dir="2700000">
              <a:schemeClr val="accent1">
                <a:lumMod val="60000"/>
                <a:lumOff val="40000"/>
                <a:alpha val="20000"/>
              </a:schemeClr>
            </a:innerShdw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nl-NL"/>
            </a:defPPr>
          </a:lstStyle>
          <a:p>
            <a:pPr algn="ctr" rtl="0"/>
            <a:endParaRPr lang="nl-NL" dirty="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8978E540-142B-4A82-9C3F-E61BC190AEE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50863" y="488315"/>
            <a:ext cx="11090274" cy="1332000"/>
          </a:xfrm>
        </p:spPr>
        <p:txBody>
          <a:bodyPr rtlCol="0">
            <a:normAutofit/>
          </a:bodyPr>
          <a:lstStyle>
            <a:lvl1pPr>
              <a:lnSpc>
                <a:spcPct val="100000"/>
              </a:lnSpc>
              <a:defRPr lang="nl-NL" sz="4000"/>
            </a:lvl1pPr>
          </a:lstStyle>
          <a:p>
            <a:pPr rtl="0"/>
            <a:r>
              <a:rPr lang="nl-NL"/>
              <a:t>Klik om titel toe te voegen</a:t>
            </a:r>
          </a:p>
        </p:txBody>
      </p:sp>
      <p:grpSp>
        <p:nvGrpSpPr>
          <p:cNvPr id="11" name="Groep 10">
            <a:extLst>
              <a:ext uri="{FF2B5EF4-FFF2-40B4-BE49-F238E27FC236}">
                <a16:creationId xmlns:a16="http://schemas.microsoft.com/office/drawing/2014/main" id="{6EFC6ED4-22DD-0C3B-D15A-218307AB6D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10379261" y="2030035"/>
            <a:ext cx="1335600" cy="1262947"/>
            <a:chOff x="10145015" y="2343978"/>
            <a:chExt cx="1335600" cy="1262947"/>
          </a:xfrm>
        </p:grpSpPr>
        <p:sp>
          <p:nvSpPr>
            <p:cNvPr id="12" name="Vrije vorm: Vorm 25">
              <a:extLst>
                <a:ext uri="{FF2B5EF4-FFF2-40B4-BE49-F238E27FC236}">
                  <a16:creationId xmlns:a16="http://schemas.microsoft.com/office/drawing/2014/main" id="{E4CD0F67-4BE8-1120-FCAE-806F9E18DD58}"/>
                </a:ext>
              </a:extLst>
            </p:cNvPr>
            <p:cNvSpPr>
              <a:spLocks noChangeAspect="1"/>
            </p:cNvSpPr>
            <p:nvPr/>
          </p:nvSpPr>
          <p:spPr>
            <a:xfrm rot="8100000">
              <a:off x="10400615" y="2343978"/>
              <a:ext cx="1080000" cy="1262947"/>
            </a:xfrm>
            <a:custGeom>
              <a:avLst/>
              <a:gdLst>
                <a:gd name="connsiteX0" fmla="*/ 540000 w 1080000"/>
                <a:gd name="connsiteY0" fmla="*/ 0 h 1262947"/>
                <a:gd name="connsiteX1" fmla="*/ 1080000 w 1080000"/>
                <a:gd name="connsiteY1" fmla="*/ 931034 h 1262947"/>
                <a:gd name="connsiteX2" fmla="*/ 1064374 w 1080000"/>
                <a:gd name="connsiteY2" fmla="*/ 931034 h 1262947"/>
                <a:gd name="connsiteX3" fmla="*/ 1069029 w 1080000"/>
                <a:gd name="connsiteY3" fmla="*/ 938533 h 1262947"/>
                <a:gd name="connsiteX4" fmla="*/ 1080000 w 1080000"/>
                <a:gd name="connsiteY4" fmla="*/ 992947 h 1262947"/>
                <a:gd name="connsiteX5" fmla="*/ 540000 w 1080000"/>
                <a:gd name="connsiteY5" fmla="*/ 1262947 h 1262947"/>
                <a:gd name="connsiteX6" fmla="*/ 0 w 1080000"/>
                <a:gd name="connsiteY6" fmla="*/ 992947 h 1262947"/>
                <a:gd name="connsiteX7" fmla="*/ 10971 w 1080000"/>
                <a:gd name="connsiteY7" fmla="*/ 938533 h 1262947"/>
                <a:gd name="connsiteX8" fmla="*/ 15626 w 1080000"/>
                <a:gd name="connsiteY8" fmla="*/ 931034 h 1262947"/>
                <a:gd name="connsiteX9" fmla="*/ 0 w 1080000"/>
                <a:gd name="connsiteY9" fmla="*/ 931034 h 1262947"/>
                <a:gd name="connsiteX0" fmla="*/ 540000 w 1080000"/>
                <a:gd name="connsiteY0" fmla="*/ 0 h 1262947"/>
                <a:gd name="connsiteX1" fmla="*/ 1080000 w 1080000"/>
                <a:gd name="connsiteY1" fmla="*/ 931034 h 1262947"/>
                <a:gd name="connsiteX2" fmla="*/ 1064374 w 1080000"/>
                <a:gd name="connsiteY2" fmla="*/ 931034 h 1262947"/>
                <a:gd name="connsiteX3" fmla="*/ 1069029 w 1080000"/>
                <a:gd name="connsiteY3" fmla="*/ 938533 h 1262947"/>
                <a:gd name="connsiteX4" fmla="*/ 1080000 w 1080000"/>
                <a:gd name="connsiteY4" fmla="*/ 992947 h 1262947"/>
                <a:gd name="connsiteX5" fmla="*/ 540000 w 1080000"/>
                <a:gd name="connsiteY5" fmla="*/ 1262947 h 1262947"/>
                <a:gd name="connsiteX6" fmla="*/ 0 w 1080000"/>
                <a:gd name="connsiteY6" fmla="*/ 992947 h 1262947"/>
                <a:gd name="connsiteX7" fmla="*/ 10971 w 1080000"/>
                <a:gd name="connsiteY7" fmla="*/ 938533 h 1262947"/>
                <a:gd name="connsiteX8" fmla="*/ 15626 w 1080000"/>
                <a:gd name="connsiteY8" fmla="*/ 931034 h 1262947"/>
                <a:gd name="connsiteX9" fmla="*/ 540000 w 1080000"/>
                <a:gd name="connsiteY9" fmla="*/ 0 h 1262947"/>
                <a:gd name="connsiteX0" fmla="*/ 540000 w 1080000"/>
                <a:gd name="connsiteY0" fmla="*/ 0 h 1262947"/>
                <a:gd name="connsiteX1" fmla="*/ 1064374 w 1080000"/>
                <a:gd name="connsiteY1" fmla="*/ 931034 h 1262947"/>
                <a:gd name="connsiteX2" fmla="*/ 1069029 w 1080000"/>
                <a:gd name="connsiteY2" fmla="*/ 938533 h 1262947"/>
                <a:gd name="connsiteX3" fmla="*/ 1080000 w 1080000"/>
                <a:gd name="connsiteY3" fmla="*/ 992947 h 1262947"/>
                <a:gd name="connsiteX4" fmla="*/ 540000 w 1080000"/>
                <a:gd name="connsiteY4" fmla="*/ 1262947 h 1262947"/>
                <a:gd name="connsiteX5" fmla="*/ 0 w 1080000"/>
                <a:gd name="connsiteY5" fmla="*/ 992947 h 1262947"/>
                <a:gd name="connsiteX6" fmla="*/ 10971 w 1080000"/>
                <a:gd name="connsiteY6" fmla="*/ 938533 h 1262947"/>
                <a:gd name="connsiteX7" fmla="*/ 15626 w 1080000"/>
                <a:gd name="connsiteY7" fmla="*/ 931034 h 1262947"/>
                <a:gd name="connsiteX8" fmla="*/ 540000 w 1080000"/>
                <a:gd name="connsiteY8" fmla="*/ 0 h 12629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80000" h="1262947">
                  <a:moveTo>
                    <a:pt x="540000" y="0"/>
                  </a:moveTo>
                  <a:lnTo>
                    <a:pt x="1064374" y="931034"/>
                  </a:lnTo>
                  <a:lnTo>
                    <a:pt x="1069029" y="938533"/>
                  </a:lnTo>
                  <a:cubicBezTo>
                    <a:pt x="1076223" y="956109"/>
                    <a:pt x="1080000" y="974307"/>
                    <a:pt x="1080000" y="992947"/>
                  </a:cubicBezTo>
                  <a:cubicBezTo>
                    <a:pt x="1080000" y="1142064"/>
                    <a:pt x="838234" y="1262947"/>
                    <a:pt x="540000" y="1262947"/>
                  </a:cubicBezTo>
                  <a:cubicBezTo>
                    <a:pt x="241766" y="1262947"/>
                    <a:pt x="0" y="1142064"/>
                    <a:pt x="0" y="992947"/>
                  </a:cubicBezTo>
                  <a:cubicBezTo>
                    <a:pt x="0" y="974307"/>
                    <a:pt x="3778" y="956109"/>
                    <a:pt x="10971" y="938533"/>
                  </a:cubicBezTo>
                  <a:lnTo>
                    <a:pt x="15626" y="931034"/>
                  </a:lnTo>
                  <a:lnTo>
                    <a:pt x="540000" y="0"/>
                  </a:lnTo>
                  <a:close/>
                </a:path>
              </a:pathLst>
            </a:custGeom>
            <a:gradFill>
              <a:gsLst>
                <a:gs pos="60000">
                  <a:schemeClr val="bg2">
                    <a:lumMod val="90000"/>
                    <a:lumOff val="10000"/>
                  </a:schemeClr>
                </a:gs>
                <a:gs pos="30000">
                  <a:schemeClr val="bg2">
                    <a:lumMod val="90000"/>
                    <a:lumOff val="10000"/>
                  </a:schemeClr>
                </a:gs>
                <a:gs pos="40000">
                  <a:schemeClr val="bg2">
                    <a:lumMod val="80000"/>
                    <a:lumOff val="20000"/>
                  </a:schemeClr>
                </a:gs>
                <a:gs pos="100000">
                  <a:schemeClr val="bg2"/>
                </a:gs>
              </a:gsLst>
              <a:lin ang="600000" scaled="0"/>
            </a:gradFill>
            <a:ln>
              <a:noFill/>
            </a:ln>
            <a:effectLst>
              <a:innerShdw blurRad="254000" dist="101600" dir="7320000">
                <a:schemeClr val="accent1">
                  <a:lumMod val="60000"/>
                  <a:lumOff val="40000"/>
                  <a:alpha val="4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nl-NL"/>
              </a:defPPr>
            </a:lstStyle>
            <a:p>
              <a:pPr algn="ctr" rtl="0"/>
              <a:endParaRPr lang="nl-NL" dirty="0"/>
            </a:p>
          </p:txBody>
        </p:sp>
        <p:sp>
          <p:nvSpPr>
            <p:cNvPr id="14" name="Ovaal 13">
              <a:extLst>
                <a:ext uri="{FF2B5EF4-FFF2-40B4-BE49-F238E27FC236}">
                  <a16:creationId xmlns:a16="http://schemas.microsoft.com/office/drawing/2014/main" id="{59B74B85-E3CB-E24E-54C6-AB161411D93A}"/>
                </a:ext>
              </a:extLst>
            </p:cNvPr>
            <p:cNvSpPr/>
            <p:nvPr/>
          </p:nvSpPr>
          <p:spPr>
            <a:xfrm rot="13500000">
              <a:off x="10415015" y="2179851"/>
              <a:ext cx="540000" cy="1080000"/>
            </a:xfrm>
            <a:prstGeom prst="ellipse">
              <a:avLst/>
            </a:prstGeom>
            <a:gradFill>
              <a:gsLst>
                <a:gs pos="100000">
                  <a:schemeClr val="accent1">
                    <a:lumMod val="60000"/>
                    <a:lumOff val="40000"/>
                    <a:alpha val="0"/>
                  </a:schemeClr>
                </a:gs>
                <a:gs pos="0">
                  <a:schemeClr val="bg2">
                    <a:lumMod val="75000"/>
                    <a:lumOff val="25000"/>
                    <a:alpha val="33000"/>
                  </a:schemeClr>
                </a:gs>
              </a:gsLst>
              <a:lin ang="5400000" scaled="0"/>
            </a:gradFill>
            <a:ln>
              <a:noFill/>
            </a:ln>
            <a:effectLst>
              <a:innerShdw blurRad="1270000" dist="2540000">
                <a:schemeClr val="accent1">
                  <a:lumMod val="60000"/>
                  <a:lumOff val="40000"/>
                  <a:alpha val="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nl-NL"/>
              </a:defPPr>
            </a:lstStyle>
            <a:p>
              <a:pPr algn="ctr" rtl="0"/>
              <a:endParaRPr lang="nl-NL" dirty="0"/>
            </a:p>
          </p:txBody>
        </p:sp>
      </p:grpSp>
      <p:sp>
        <p:nvSpPr>
          <p:cNvPr id="15" name="Vrije vorm: Vorm 21">
            <a:extLst>
              <a:ext uri="{FF2B5EF4-FFF2-40B4-BE49-F238E27FC236}">
                <a16:creationId xmlns:a16="http://schemas.microsoft.com/office/drawing/2014/main" id="{5781DEED-6608-D622-CA5E-C91FD8645E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>
          <a:xfrm>
            <a:off x="4295775" y="0"/>
            <a:ext cx="360000" cy="274638"/>
          </a:xfrm>
          <a:custGeom>
            <a:avLst/>
            <a:gdLst>
              <a:gd name="connsiteX0" fmla="*/ 30714 w 360000"/>
              <a:gd name="connsiteY0" fmla="*/ 0 h 274638"/>
              <a:gd name="connsiteX1" fmla="*/ 329286 w 360000"/>
              <a:gd name="connsiteY1" fmla="*/ 0 h 274638"/>
              <a:gd name="connsiteX2" fmla="*/ 345855 w 360000"/>
              <a:gd name="connsiteY2" fmla="*/ 24574 h 274638"/>
              <a:gd name="connsiteX3" fmla="*/ 360000 w 360000"/>
              <a:gd name="connsiteY3" fmla="*/ 94638 h 274638"/>
              <a:gd name="connsiteX4" fmla="*/ 180000 w 360000"/>
              <a:gd name="connsiteY4" fmla="*/ 274638 h 274638"/>
              <a:gd name="connsiteX5" fmla="*/ 0 w 360000"/>
              <a:gd name="connsiteY5" fmla="*/ 94638 h 274638"/>
              <a:gd name="connsiteX6" fmla="*/ 14145 w 360000"/>
              <a:gd name="connsiteY6" fmla="*/ 24574 h 2746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60000" h="274638">
                <a:moveTo>
                  <a:pt x="30714" y="0"/>
                </a:moveTo>
                <a:lnTo>
                  <a:pt x="329286" y="0"/>
                </a:lnTo>
                <a:lnTo>
                  <a:pt x="345855" y="24574"/>
                </a:lnTo>
                <a:cubicBezTo>
                  <a:pt x="354963" y="46109"/>
                  <a:pt x="360000" y="69785"/>
                  <a:pt x="360000" y="94638"/>
                </a:cubicBezTo>
                <a:cubicBezTo>
                  <a:pt x="360000" y="194049"/>
                  <a:pt x="279411" y="274638"/>
                  <a:pt x="180000" y="274638"/>
                </a:cubicBezTo>
                <a:cubicBezTo>
                  <a:pt x="80589" y="274638"/>
                  <a:pt x="0" y="194049"/>
                  <a:pt x="0" y="94638"/>
                </a:cubicBezTo>
                <a:cubicBezTo>
                  <a:pt x="0" y="69785"/>
                  <a:pt x="5037" y="46109"/>
                  <a:pt x="14145" y="24574"/>
                </a:cubicBezTo>
                <a:close/>
              </a:path>
            </a:pathLst>
          </a:custGeom>
          <a:gradFill flip="none" rotWithShape="1">
            <a:gsLst>
              <a:gs pos="100000">
                <a:schemeClr val="bg2">
                  <a:lumMod val="50000"/>
                  <a:lumOff val="50000"/>
                </a:schemeClr>
              </a:gs>
              <a:gs pos="60000">
                <a:schemeClr val="bg2"/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  <a:effectLst>
            <a:innerShdw blurRad="127000" dist="63500" dir="2700000">
              <a:schemeClr val="accent1">
                <a:lumMod val="60000"/>
                <a:lumOff val="40000"/>
                <a:alpha val="20000"/>
              </a:schemeClr>
            </a:innerShdw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nl-NL"/>
            </a:defPPr>
          </a:lstStyle>
          <a:p>
            <a:pPr algn="ctr" rtl="0"/>
            <a:endParaRPr lang="nl-NL" dirty="0"/>
          </a:p>
        </p:txBody>
      </p:sp>
      <p:grpSp>
        <p:nvGrpSpPr>
          <p:cNvPr id="13" name="Groep 12">
            <a:extLst>
              <a:ext uri="{FF2B5EF4-FFF2-40B4-BE49-F238E27FC236}">
                <a16:creationId xmlns:a16="http://schemas.microsoft.com/office/drawing/2014/main" id="{168347B7-45FA-4A01-924D-DC385B720B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331786" y="5528198"/>
            <a:ext cx="631474" cy="667800"/>
            <a:chOff x="2994153" y="1378666"/>
            <a:chExt cx="631474" cy="667800"/>
          </a:xfrm>
        </p:grpSpPr>
        <p:sp>
          <p:nvSpPr>
            <p:cNvPr id="20" name="Vrije vorm: Shape 19">
              <a:extLst>
                <a:ext uri="{FF2B5EF4-FFF2-40B4-BE49-F238E27FC236}">
                  <a16:creationId xmlns:a16="http://schemas.microsoft.com/office/drawing/2014/main" id="{31167DA1-25D1-4E60-A62E-42B6F56A96EC}"/>
                </a:ext>
              </a:extLst>
            </p:cNvPr>
            <p:cNvSpPr>
              <a:spLocks noChangeAspect="1"/>
            </p:cNvSpPr>
            <p:nvPr/>
          </p:nvSpPr>
          <p:spPr>
            <a:xfrm rot="2700000">
              <a:off x="3039890" y="1332929"/>
              <a:ext cx="540000" cy="631474"/>
            </a:xfrm>
            <a:custGeom>
              <a:avLst/>
              <a:gdLst>
                <a:gd name="connsiteX0" fmla="*/ 540000 w 1080000"/>
                <a:gd name="connsiteY0" fmla="*/ 0 h 1262947"/>
                <a:gd name="connsiteX1" fmla="*/ 1080000 w 1080000"/>
                <a:gd name="connsiteY1" fmla="*/ 931034 h 1262947"/>
                <a:gd name="connsiteX2" fmla="*/ 1064374 w 1080000"/>
                <a:gd name="connsiteY2" fmla="*/ 931034 h 1262947"/>
                <a:gd name="connsiteX3" fmla="*/ 1069029 w 1080000"/>
                <a:gd name="connsiteY3" fmla="*/ 938533 h 1262947"/>
                <a:gd name="connsiteX4" fmla="*/ 1080000 w 1080000"/>
                <a:gd name="connsiteY4" fmla="*/ 992947 h 1262947"/>
                <a:gd name="connsiteX5" fmla="*/ 540000 w 1080000"/>
                <a:gd name="connsiteY5" fmla="*/ 1262947 h 1262947"/>
                <a:gd name="connsiteX6" fmla="*/ 0 w 1080000"/>
                <a:gd name="connsiteY6" fmla="*/ 992947 h 1262947"/>
                <a:gd name="connsiteX7" fmla="*/ 10971 w 1080000"/>
                <a:gd name="connsiteY7" fmla="*/ 938533 h 1262947"/>
                <a:gd name="connsiteX8" fmla="*/ 15626 w 1080000"/>
                <a:gd name="connsiteY8" fmla="*/ 931034 h 1262947"/>
                <a:gd name="connsiteX9" fmla="*/ 0 w 1080000"/>
                <a:gd name="connsiteY9" fmla="*/ 931034 h 1262947"/>
                <a:gd name="connsiteX0" fmla="*/ 540000 w 1080000"/>
                <a:gd name="connsiteY0" fmla="*/ 0 h 1262947"/>
                <a:gd name="connsiteX1" fmla="*/ 1080000 w 1080000"/>
                <a:gd name="connsiteY1" fmla="*/ 931034 h 1262947"/>
                <a:gd name="connsiteX2" fmla="*/ 1064374 w 1080000"/>
                <a:gd name="connsiteY2" fmla="*/ 931034 h 1262947"/>
                <a:gd name="connsiteX3" fmla="*/ 1069029 w 1080000"/>
                <a:gd name="connsiteY3" fmla="*/ 938533 h 1262947"/>
                <a:gd name="connsiteX4" fmla="*/ 1080000 w 1080000"/>
                <a:gd name="connsiteY4" fmla="*/ 992947 h 1262947"/>
                <a:gd name="connsiteX5" fmla="*/ 540000 w 1080000"/>
                <a:gd name="connsiteY5" fmla="*/ 1262947 h 1262947"/>
                <a:gd name="connsiteX6" fmla="*/ 0 w 1080000"/>
                <a:gd name="connsiteY6" fmla="*/ 992947 h 1262947"/>
                <a:gd name="connsiteX7" fmla="*/ 10971 w 1080000"/>
                <a:gd name="connsiteY7" fmla="*/ 938533 h 1262947"/>
                <a:gd name="connsiteX8" fmla="*/ 15626 w 1080000"/>
                <a:gd name="connsiteY8" fmla="*/ 931034 h 1262947"/>
                <a:gd name="connsiteX9" fmla="*/ 540000 w 1080000"/>
                <a:gd name="connsiteY9" fmla="*/ 0 h 1262947"/>
                <a:gd name="connsiteX0" fmla="*/ 540000 w 1080000"/>
                <a:gd name="connsiteY0" fmla="*/ 0 h 1262947"/>
                <a:gd name="connsiteX1" fmla="*/ 1064374 w 1080000"/>
                <a:gd name="connsiteY1" fmla="*/ 931034 h 1262947"/>
                <a:gd name="connsiteX2" fmla="*/ 1069029 w 1080000"/>
                <a:gd name="connsiteY2" fmla="*/ 938533 h 1262947"/>
                <a:gd name="connsiteX3" fmla="*/ 1080000 w 1080000"/>
                <a:gd name="connsiteY3" fmla="*/ 992947 h 1262947"/>
                <a:gd name="connsiteX4" fmla="*/ 540000 w 1080000"/>
                <a:gd name="connsiteY4" fmla="*/ 1262947 h 1262947"/>
                <a:gd name="connsiteX5" fmla="*/ 0 w 1080000"/>
                <a:gd name="connsiteY5" fmla="*/ 992947 h 1262947"/>
                <a:gd name="connsiteX6" fmla="*/ 10971 w 1080000"/>
                <a:gd name="connsiteY6" fmla="*/ 938533 h 1262947"/>
                <a:gd name="connsiteX7" fmla="*/ 15626 w 1080000"/>
                <a:gd name="connsiteY7" fmla="*/ 931034 h 1262947"/>
                <a:gd name="connsiteX8" fmla="*/ 540000 w 1080000"/>
                <a:gd name="connsiteY8" fmla="*/ 0 h 12629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80000" h="1262947">
                  <a:moveTo>
                    <a:pt x="540000" y="0"/>
                  </a:moveTo>
                  <a:lnTo>
                    <a:pt x="1064374" y="931034"/>
                  </a:lnTo>
                  <a:lnTo>
                    <a:pt x="1069029" y="938533"/>
                  </a:lnTo>
                  <a:cubicBezTo>
                    <a:pt x="1076223" y="956109"/>
                    <a:pt x="1080000" y="974307"/>
                    <a:pt x="1080000" y="992947"/>
                  </a:cubicBezTo>
                  <a:cubicBezTo>
                    <a:pt x="1080000" y="1142064"/>
                    <a:pt x="838234" y="1262947"/>
                    <a:pt x="540000" y="1262947"/>
                  </a:cubicBezTo>
                  <a:cubicBezTo>
                    <a:pt x="241766" y="1262947"/>
                    <a:pt x="0" y="1142064"/>
                    <a:pt x="0" y="992947"/>
                  </a:cubicBezTo>
                  <a:cubicBezTo>
                    <a:pt x="0" y="974307"/>
                    <a:pt x="3778" y="956109"/>
                    <a:pt x="10971" y="938533"/>
                  </a:cubicBezTo>
                  <a:lnTo>
                    <a:pt x="15626" y="931034"/>
                  </a:lnTo>
                  <a:lnTo>
                    <a:pt x="540000" y="0"/>
                  </a:lnTo>
                  <a:close/>
                </a:path>
              </a:pathLst>
            </a:custGeom>
            <a:gradFill>
              <a:gsLst>
                <a:gs pos="60000">
                  <a:schemeClr val="bg2">
                    <a:lumMod val="90000"/>
                    <a:lumOff val="10000"/>
                  </a:schemeClr>
                </a:gs>
                <a:gs pos="30000">
                  <a:schemeClr val="bg2">
                    <a:lumMod val="90000"/>
                    <a:lumOff val="10000"/>
                  </a:schemeClr>
                </a:gs>
                <a:gs pos="40000">
                  <a:schemeClr val="bg2">
                    <a:lumMod val="75000"/>
                    <a:lumOff val="25000"/>
                  </a:schemeClr>
                </a:gs>
                <a:gs pos="100000">
                  <a:schemeClr val="bg2"/>
                </a:gs>
              </a:gsLst>
              <a:lin ang="600000" scaled="0"/>
            </a:gradFill>
            <a:ln>
              <a:noFill/>
            </a:ln>
            <a:effectLst>
              <a:innerShdw blurRad="254000" dist="101600" dir="2700000">
                <a:schemeClr val="accent1">
                  <a:lumMod val="60000"/>
                  <a:lumOff val="40000"/>
                  <a:alpha val="2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nl-NL"/>
              </a:defPPr>
            </a:lstStyle>
            <a:p>
              <a:pPr algn="ctr" rtl="0"/>
              <a:endParaRPr lang="nl-NL" dirty="0"/>
            </a:p>
          </p:txBody>
        </p:sp>
        <p:sp>
          <p:nvSpPr>
            <p:cNvPr id="21" name="Ovaal 20">
              <a:extLst>
                <a:ext uri="{FF2B5EF4-FFF2-40B4-BE49-F238E27FC236}">
                  <a16:creationId xmlns:a16="http://schemas.microsoft.com/office/drawing/2014/main" id="{6B7B7215-A661-477E-91D0-CDBE5564D2B9}"/>
                </a:ext>
              </a:extLst>
            </p:cNvPr>
            <p:cNvSpPr/>
            <p:nvPr/>
          </p:nvSpPr>
          <p:spPr>
            <a:xfrm rot="8100000">
              <a:off x="3047090" y="1506466"/>
              <a:ext cx="270000" cy="540000"/>
            </a:xfrm>
            <a:prstGeom prst="ellipse">
              <a:avLst/>
            </a:prstGeom>
            <a:gradFill>
              <a:gsLst>
                <a:gs pos="100000">
                  <a:schemeClr val="bg2">
                    <a:lumMod val="90000"/>
                    <a:lumOff val="10000"/>
                  </a:schemeClr>
                </a:gs>
                <a:gs pos="50000">
                  <a:schemeClr val="bg2">
                    <a:lumMod val="95000"/>
                    <a:lumOff val="5000"/>
                  </a:schemeClr>
                </a:gs>
              </a:gsLst>
              <a:lin ang="5400000" scaled="0"/>
            </a:gradFill>
            <a:ln>
              <a:noFill/>
            </a:ln>
            <a:effectLst>
              <a:innerShdw blurRad="1270000" dist="2540000">
                <a:schemeClr val="accent1">
                  <a:lumMod val="60000"/>
                  <a:lumOff val="40000"/>
                  <a:alpha val="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nl-NL"/>
              </a:defPPr>
            </a:lstStyle>
            <a:p>
              <a:pPr algn="ctr" rtl="0"/>
              <a:endParaRPr lang="nl-NL" dirty="0"/>
            </a:p>
          </p:txBody>
        </p:sp>
      </p:grp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02C6BF36-D4F5-4363-B440-BDAE50BBD4B6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550862" y="1965095"/>
            <a:ext cx="5435600" cy="3995650"/>
          </a:xfrm>
        </p:spPr>
        <p:txBody>
          <a:bodyPr rtlCol="0">
            <a:normAutofit/>
          </a:bodyPr>
          <a:lstStyle>
            <a:lvl1pPr marL="0" indent="0">
              <a:buNone/>
              <a:defRPr lang="nl-NL" sz="1800">
                <a:solidFill>
                  <a:schemeClr val="tx1"/>
                </a:solidFill>
              </a:defRPr>
            </a:lvl1pPr>
            <a:lvl2pPr>
              <a:defRPr lang="nl-NL" sz="1800">
                <a:solidFill>
                  <a:schemeClr val="tx1"/>
                </a:solidFill>
              </a:defRPr>
            </a:lvl2pPr>
            <a:lvl3pPr>
              <a:defRPr lang="nl-NL" sz="1800">
                <a:solidFill>
                  <a:schemeClr val="tx1"/>
                </a:solidFill>
              </a:defRPr>
            </a:lvl3pPr>
            <a:lvl4pPr>
              <a:defRPr lang="nl-NL" sz="1800">
                <a:solidFill>
                  <a:schemeClr val="tx1"/>
                </a:solidFill>
              </a:defRPr>
            </a:lvl4pPr>
            <a:lvl5pPr>
              <a:defRPr lang="nl-NL" sz="1800">
                <a:solidFill>
                  <a:schemeClr val="tx1"/>
                </a:solidFill>
              </a:defRPr>
            </a:lvl5pPr>
          </a:lstStyle>
          <a:p>
            <a:pPr lvl="0" rtl="0"/>
            <a:r>
              <a:rPr lang="nl-NL"/>
              <a:t>Klik om inhoud toe te voegen</a:t>
            </a:r>
          </a:p>
          <a:p>
            <a:pPr lvl="1" rtl="0"/>
            <a:r>
              <a:rPr lang="nl-NL"/>
              <a:t>Tweede niveau</a:t>
            </a:r>
          </a:p>
          <a:p>
            <a:pPr lvl="2" rtl="0"/>
            <a:r>
              <a:rPr lang="nl-NL"/>
              <a:t>Derde niveau</a:t>
            </a:r>
          </a:p>
          <a:p>
            <a:pPr lvl="3" rtl="0"/>
            <a:r>
              <a:rPr lang="nl-NL"/>
              <a:t>Vierde niveau</a:t>
            </a:r>
          </a:p>
          <a:p>
            <a:pPr lvl="4" rtl="0"/>
            <a:r>
              <a:rPr lang="nl-NL"/>
              <a:t>Vijfde niveau</a:t>
            </a:r>
          </a:p>
        </p:txBody>
      </p:sp>
      <p:sp>
        <p:nvSpPr>
          <p:cNvPr id="16" name="Tijdelijke aanduiding voor inhoud 2">
            <a:extLst>
              <a:ext uri="{FF2B5EF4-FFF2-40B4-BE49-F238E27FC236}">
                <a16:creationId xmlns:a16="http://schemas.microsoft.com/office/drawing/2014/main" id="{C4B946DE-F802-2F36-2789-09D7F8604081}"/>
              </a:ext>
            </a:extLst>
          </p:cNvPr>
          <p:cNvSpPr>
            <a:spLocks noGrp="1"/>
          </p:cNvSpPr>
          <p:nvPr>
            <p:ph sz="half" idx="13" hasCustomPrompt="1"/>
          </p:nvPr>
        </p:nvSpPr>
        <p:spPr>
          <a:xfrm>
            <a:off x="6301305" y="1965095"/>
            <a:ext cx="5339397" cy="3995650"/>
          </a:xfrm>
        </p:spPr>
        <p:txBody>
          <a:bodyPr rtlCol="0">
            <a:normAutofit/>
          </a:bodyPr>
          <a:lstStyle>
            <a:lvl1pPr marL="0" indent="0">
              <a:buNone/>
              <a:defRPr lang="nl-NL" sz="1800">
                <a:solidFill>
                  <a:schemeClr val="tx1"/>
                </a:solidFill>
              </a:defRPr>
            </a:lvl1pPr>
            <a:lvl2pPr>
              <a:defRPr lang="nl-NL" sz="1800">
                <a:solidFill>
                  <a:schemeClr val="tx1"/>
                </a:solidFill>
              </a:defRPr>
            </a:lvl2pPr>
            <a:lvl3pPr>
              <a:defRPr lang="nl-NL" sz="1800">
                <a:solidFill>
                  <a:schemeClr val="tx1"/>
                </a:solidFill>
              </a:defRPr>
            </a:lvl3pPr>
            <a:lvl4pPr>
              <a:defRPr lang="nl-NL" sz="1800">
                <a:solidFill>
                  <a:schemeClr val="tx1"/>
                </a:solidFill>
              </a:defRPr>
            </a:lvl4pPr>
            <a:lvl5pPr>
              <a:defRPr lang="nl-NL" sz="1800">
                <a:solidFill>
                  <a:schemeClr val="tx1"/>
                </a:solidFill>
              </a:defRPr>
            </a:lvl5pPr>
          </a:lstStyle>
          <a:p>
            <a:pPr lvl="0" rtl="0"/>
            <a:r>
              <a:rPr lang="nl-NL"/>
              <a:t>Klik om inhoud toe te voegen</a:t>
            </a:r>
          </a:p>
          <a:p>
            <a:pPr lvl="1" rtl="0"/>
            <a:r>
              <a:rPr lang="nl-NL"/>
              <a:t>Tweede niveau</a:t>
            </a:r>
          </a:p>
          <a:p>
            <a:pPr lvl="2" rtl="0"/>
            <a:r>
              <a:rPr lang="nl-NL"/>
              <a:t>Derde niveau</a:t>
            </a:r>
          </a:p>
          <a:p>
            <a:pPr lvl="3" rtl="0"/>
            <a:r>
              <a:rPr lang="nl-NL"/>
              <a:t>Vierde niveau</a:t>
            </a:r>
          </a:p>
          <a:p>
            <a:pPr lvl="4" rtl="0"/>
            <a:r>
              <a:rPr lang="nl-NL"/>
              <a:t>Vijfde niveau</a:t>
            </a:r>
          </a:p>
        </p:txBody>
      </p:sp>
      <p:sp>
        <p:nvSpPr>
          <p:cNvPr id="5" name="Tijdelijke aanduiding voor datum 4">
            <a:extLst>
              <a:ext uri="{FF2B5EF4-FFF2-40B4-BE49-F238E27FC236}">
                <a16:creationId xmlns:a16="http://schemas.microsoft.com/office/drawing/2014/main" id="{BB99A8AF-0998-4613-B1D8-C14ECBFFDF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defPPr>
              <a:defRPr lang="nl-NL"/>
            </a:defPPr>
          </a:lstStyle>
          <a:p>
            <a:pPr rtl="0"/>
            <a:r>
              <a:rPr lang="nl-NL"/>
              <a:t>20XX</a:t>
            </a:r>
            <a:endParaRPr lang="nl-NL" dirty="0"/>
          </a:p>
        </p:txBody>
      </p:sp>
      <p:sp>
        <p:nvSpPr>
          <p:cNvPr id="6" name="Tijdelijke aanduiding voor voettekst 5">
            <a:extLst>
              <a:ext uri="{FF2B5EF4-FFF2-40B4-BE49-F238E27FC236}">
                <a16:creationId xmlns:a16="http://schemas.microsoft.com/office/drawing/2014/main" id="{66E44EAA-B8A9-4428-A9DF-1174DA9409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defPPr>
              <a:defRPr lang="nl-NL"/>
            </a:defPPr>
          </a:lstStyle>
          <a:p>
            <a:pPr rtl="0"/>
            <a:endParaRPr lang="nl-NL" dirty="0"/>
          </a:p>
        </p:txBody>
      </p:sp>
      <p:sp>
        <p:nvSpPr>
          <p:cNvPr id="7" name="Tijdelijke aanduiding voor dianummer 6">
            <a:extLst>
              <a:ext uri="{FF2B5EF4-FFF2-40B4-BE49-F238E27FC236}">
                <a16:creationId xmlns:a16="http://schemas.microsoft.com/office/drawing/2014/main" id="{19E5C381-C899-4BF9-B584-2D78074D1C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defPPr>
              <a:defRPr lang="nl-NL"/>
            </a:defPPr>
          </a:lstStyle>
          <a:p>
            <a:pPr rtl="0"/>
            <a:fld id="{DBA1B0FB-D917-4C8C-928F-313BD683BF39}" type="slidenum">
              <a:rPr lang="nl-NL" smtClean="0"/>
              <a:t>‹#›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36171650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fsluit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vaal 6">
            <a:extLst>
              <a:ext uri="{FF2B5EF4-FFF2-40B4-BE49-F238E27FC236}">
                <a16:creationId xmlns:a16="http://schemas.microsoft.com/office/drawing/2014/main" id="{E57989ED-9663-5033-AA83-267069FC5C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>
          <a:xfrm>
            <a:off x="5303845" y="5427212"/>
            <a:ext cx="1080000" cy="1080000"/>
          </a:xfrm>
          <a:prstGeom prst="ellipse">
            <a:avLst/>
          </a:prstGeom>
          <a:gradFill flip="none" rotWithShape="1">
            <a:gsLst>
              <a:gs pos="100000">
                <a:schemeClr val="bg2">
                  <a:lumMod val="50000"/>
                  <a:lumOff val="50000"/>
                </a:schemeClr>
              </a:gs>
              <a:gs pos="60000">
                <a:schemeClr val="bg2">
                  <a:lumMod val="100000"/>
                </a:schemeClr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  <a:effectLst>
            <a:innerShdw blurRad="254000" dist="127000" dir="2700000">
              <a:schemeClr val="accent1">
                <a:lumMod val="60000"/>
                <a:lumOff val="40000"/>
                <a:alpha val="40000"/>
              </a:schemeClr>
            </a:innerShdw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nl-NL"/>
            </a:defPPr>
          </a:lstStyle>
          <a:p>
            <a:pPr algn="ctr" rtl="0"/>
            <a:endParaRPr lang="nl-NL" dirty="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B1A4B040-51E3-4DA0-B21D-EEE173E7536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9536" y="549274"/>
            <a:ext cx="5179330" cy="2841829"/>
          </a:xfrm>
        </p:spPr>
        <p:txBody>
          <a:bodyPr vert="horz" wrap="square" lIns="0" tIns="0" rIns="0" bIns="0" rtlCol="0" anchor="b" anchorCtr="0">
            <a:normAutofit/>
          </a:bodyPr>
          <a:lstStyle>
            <a:lvl1pPr>
              <a:defRPr lang="nl-NL" sz="5400" dirty="0"/>
            </a:lvl1pPr>
          </a:lstStyle>
          <a:p>
            <a:pPr lvl="0" rtl="0">
              <a:lnSpc>
                <a:spcPct val="100000"/>
              </a:lnSpc>
            </a:pPr>
            <a:r>
              <a:rPr lang="nl-NL"/>
              <a:t>Klik om titel toe te voegen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F8A2CD90-429B-4A55-B6C8-DD6CE6994118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49537" y="3646704"/>
            <a:ext cx="5179330" cy="2706160"/>
          </a:xfrm>
        </p:spPr>
        <p:txBody>
          <a:bodyPr rtlCol="0">
            <a:normAutofit/>
          </a:bodyPr>
          <a:lstStyle>
            <a:lvl1pPr marL="0" indent="0">
              <a:spcBef>
                <a:spcPts val="1000"/>
              </a:spcBef>
              <a:buNone/>
              <a:defRPr lang="nl-NL" sz="1800">
                <a:solidFill>
                  <a:schemeClr val="tx1"/>
                </a:solidFill>
              </a:defRPr>
            </a:lvl1pPr>
            <a:lvl2pPr marL="457200" indent="0">
              <a:spcBef>
                <a:spcPts val="1000"/>
              </a:spcBef>
              <a:buNone/>
              <a:defRPr lang="nl-NL" sz="1200">
                <a:solidFill>
                  <a:schemeClr val="tx1"/>
                </a:solidFill>
              </a:defRPr>
            </a:lvl2pPr>
            <a:lvl3pPr marL="914400" indent="0">
              <a:spcBef>
                <a:spcPts val="1000"/>
              </a:spcBef>
              <a:buNone/>
              <a:defRPr lang="nl-NL" sz="1200">
                <a:solidFill>
                  <a:schemeClr val="tx1"/>
                </a:solidFill>
              </a:defRPr>
            </a:lvl3pPr>
            <a:lvl4pPr marL="1371600" indent="0">
              <a:spcBef>
                <a:spcPts val="1000"/>
              </a:spcBef>
              <a:buNone/>
              <a:defRPr lang="nl-NL" sz="1200">
                <a:solidFill>
                  <a:schemeClr val="tx1"/>
                </a:solidFill>
              </a:defRPr>
            </a:lvl4pPr>
            <a:lvl5pPr marL="1828800" indent="0">
              <a:spcBef>
                <a:spcPts val="1000"/>
              </a:spcBef>
              <a:buNone/>
              <a:defRPr lang="nl-NL" sz="1200">
                <a:solidFill>
                  <a:schemeClr val="tx1"/>
                </a:solidFill>
              </a:defRPr>
            </a:lvl5pPr>
          </a:lstStyle>
          <a:p>
            <a:pPr lvl="0" rtl="0"/>
            <a:r>
              <a:rPr lang="nl-NL"/>
              <a:t>Klik om inhoud toe te voegen</a:t>
            </a:r>
          </a:p>
          <a:p>
            <a:pPr lvl="1" rtl="0"/>
            <a:r>
              <a:rPr lang="nl-NL"/>
              <a:t>Tweede niveau</a:t>
            </a:r>
          </a:p>
          <a:p>
            <a:pPr lvl="2" rtl="0"/>
            <a:r>
              <a:rPr lang="nl-NL"/>
              <a:t>Derde niveau</a:t>
            </a:r>
          </a:p>
          <a:p>
            <a:pPr lvl="3" rtl="0"/>
            <a:r>
              <a:rPr lang="nl-NL"/>
              <a:t>Vierde niveau</a:t>
            </a:r>
          </a:p>
          <a:p>
            <a:pPr lvl="4" rtl="0"/>
            <a:r>
              <a:rPr lang="nl-NL"/>
              <a:t>Vijfde niveau</a:t>
            </a:r>
          </a:p>
        </p:txBody>
      </p:sp>
      <p:sp>
        <p:nvSpPr>
          <p:cNvPr id="20" name="Tijdelijke aanduiding voor afbeelding 19">
            <a:extLst>
              <a:ext uri="{FF2B5EF4-FFF2-40B4-BE49-F238E27FC236}">
                <a16:creationId xmlns:a16="http://schemas.microsoft.com/office/drawing/2014/main" id="{5392876F-0BBD-F80A-DE7F-8831AD3BF353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926138" y="549275"/>
            <a:ext cx="5654675" cy="5788025"/>
          </a:xfrm>
        </p:spPr>
        <p:txBody>
          <a:bodyPr rtlCol="0">
            <a:normAutofit/>
          </a:bodyPr>
          <a:lstStyle>
            <a:lvl1pPr marL="0" indent="0" algn="ctr">
              <a:buNone/>
              <a:defRPr lang="nl-NL" sz="2000">
                <a:solidFill>
                  <a:schemeClr val="tx1"/>
                </a:solidFill>
              </a:defRPr>
            </a:lvl1pPr>
          </a:lstStyle>
          <a:p>
            <a:pPr rtl="0"/>
            <a:r>
              <a:rPr lang="nl-NL"/>
              <a:t>Klik op het pictogram om afbeelding in te voegen</a:t>
            </a:r>
          </a:p>
        </p:txBody>
      </p:sp>
      <p:grpSp>
        <p:nvGrpSpPr>
          <p:cNvPr id="9" name="Groep 8">
            <a:extLst>
              <a:ext uri="{FF2B5EF4-FFF2-40B4-BE49-F238E27FC236}">
                <a16:creationId xmlns:a16="http://schemas.microsoft.com/office/drawing/2014/main" id="{64E08E8E-10CB-55BC-8AFF-E64C800B9F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594036" y="5610392"/>
            <a:ext cx="667802" cy="631474"/>
            <a:chOff x="10478914" y="1506691"/>
            <a:chExt cx="667802" cy="631474"/>
          </a:xfrm>
        </p:grpSpPr>
        <p:sp>
          <p:nvSpPr>
            <p:cNvPr id="10" name="Vrije vorm: Vorm 15">
              <a:extLst>
                <a:ext uri="{FF2B5EF4-FFF2-40B4-BE49-F238E27FC236}">
                  <a16:creationId xmlns:a16="http://schemas.microsoft.com/office/drawing/2014/main" id="{B439260B-AC6B-1C83-1A63-058A7E7EFCC9}"/>
                </a:ext>
              </a:extLst>
            </p:cNvPr>
            <p:cNvSpPr>
              <a:spLocks noChangeAspect="1"/>
            </p:cNvSpPr>
            <p:nvPr/>
          </p:nvSpPr>
          <p:spPr>
            <a:xfrm rot="8100000">
              <a:off x="10606715" y="1506691"/>
              <a:ext cx="540001" cy="631474"/>
            </a:xfrm>
            <a:custGeom>
              <a:avLst/>
              <a:gdLst>
                <a:gd name="connsiteX0" fmla="*/ 540000 w 1080000"/>
                <a:gd name="connsiteY0" fmla="*/ 0 h 1262947"/>
                <a:gd name="connsiteX1" fmla="*/ 1080000 w 1080000"/>
                <a:gd name="connsiteY1" fmla="*/ 931034 h 1262947"/>
                <a:gd name="connsiteX2" fmla="*/ 1064374 w 1080000"/>
                <a:gd name="connsiteY2" fmla="*/ 931034 h 1262947"/>
                <a:gd name="connsiteX3" fmla="*/ 1069029 w 1080000"/>
                <a:gd name="connsiteY3" fmla="*/ 938533 h 1262947"/>
                <a:gd name="connsiteX4" fmla="*/ 1080000 w 1080000"/>
                <a:gd name="connsiteY4" fmla="*/ 992947 h 1262947"/>
                <a:gd name="connsiteX5" fmla="*/ 540000 w 1080000"/>
                <a:gd name="connsiteY5" fmla="*/ 1262947 h 1262947"/>
                <a:gd name="connsiteX6" fmla="*/ 0 w 1080000"/>
                <a:gd name="connsiteY6" fmla="*/ 992947 h 1262947"/>
                <a:gd name="connsiteX7" fmla="*/ 10971 w 1080000"/>
                <a:gd name="connsiteY7" fmla="*/ 938533 h 1262947"/>
                <a:gd name="connsiteX8" fmla="*/ 15626 w 1080000"/>
                <a:gd name="connsiteY8" fmla="*/ 931034 h 1262947"/>
                <a:gd name="connsiteX9" fmla="*/ 0 w 1080000"/>
                <a:gd name="connsiteY9" fmla="*/ 931034 h 1262947"/>
                <a:gd name="connsiteX0" fmla="*/ 540000 w 1080000"/>
                <a:gd name="connsiteY0" fmla="*/ 0 h 1262947"/>
                <a:gd name="connsiteX1" fmla="*/ 1080000 w 1080000"/>
                <a:gd name="connsiteY1" fmla="*/ 931034 h 1262947"/>
                <a:gd name="connsiteX2" fmla="*/ 1064374 w 1080000"/>
                <a:gd name="connsiteY2" fmla="*/ 931034 h 1262947"/>
                <a:gd name="connsiteX3" fmla="*/ 1069029 w 1080000"/>
                <a:gd name="connsiteY3" fmla="*/ 938533 h 1262947"/>
                <a:gd name="connsiteX4" fmla="*/ 1080000 w 1080000"/>
                <a:gd name="connsiteY4" fmla="*/ 992947 h 1262947"/>
                <a:gd name="connsiteX5" fmla="*/ 540000 w 1080000"/>
                <a:gd name="connsiteY5" fmla="*/ 1262947 h 1262947"/>
                <a:gd name="connsiteX6" fmla="*/ 0 w 1080000"/>
                <a:gd name="connsiteY6" fmla="*/ 992947 h 1262947"/>
                <a:gd name="connsiteX7" fmla="*/ 10971 w 1080000"/>
                <a:gd name="connsiteY7" fmla="*/ 938533 h 1262947"/>
                <a:gd name="connsiteX8" fmla="*/ 15626 w 1080000"/>
                <a:gd name="connsiteY8" fmla="*/ 931034 h 1262947"/>
                <a:gd name="connsiteX9" fmla="*/ 540000 w 1080000"/>
                <a:gd name="connsiteY9" fmla="*/ 0 h 1262947"/>
                <a:gd name="connsiteX0" fmla="*/ 540000 w 1080000"/>
                <a:gd name="connsiteY0" fmla="*/ 0 h 1262947"/>
                <a:gd name="connsiteX1" fmla="*/ 1064374 w 1080000"/>
                <a:gd name="connsiteY1" fmla="*/ 931034 h 1262947"/>
                <a:gd name="connsiteX2" fmla="*/ 1069029 w 1080000"/>
                <a:gd name="connsiteY2" fmla="*/ 938533 h 1262947"/>
                <a:gd name="connsiteX3" fmla="*/ 1080000 w 1080000"/>
                <a:gd name="connsiteY3" fmla="*/ 992947 h 1262947"/>
                <a:gd name="connsiteX4" fmla="*/ 540000 w 1080000"/>
                <a:gd name="connsiteY4" fmla="*/ 1262947 h 1262947"/>
                <a:gd name="connsiteX5" fmla="*/ 0 w 1080000"/>
                <a:gd name="connsiteY5" fmla="*/ 992947 h 1262947"/>
                <a:gd name="connsiteX6" fmla="*/ 10971 w 1080000"/>
                <a:gd name="connsiteY6" fmla="*/ 938533 h 1262947"/>
                <a:gd name="connsiteX7" fmla="*/ 15626 w 1080000"/>
                <a:gd name="connsiteY7" fmla="*/ 931034 h 1262947"/>
                <a:gd name="connsiteX8" fmla="*/ 540000 w 1080000"/>
                <a:gd name="connsiteY8" fmla="*/ 0 h 12629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80000" h="1262947">
                  <a:moveTo>
                    <a:pt x="540000" y="0"/>
                  </a:moveTo>
                  <a:lnTo>
                    <a:pt x="1064374" y="931034"/>
                  </a:lnTo>
                  <a:lnTo>
                    <a:pt x="1069029" y="938533"/>
                  </a:lnTo>
                  <a:cubicBezTo>
                    <a:pt x="1076223" y="956109"/>
                    <a:pt x="1080000" y="974307"/>
                    <a:pt x="1080000" y="992947"/>
                  </a:cubicBezTo>
                  <a:cubicBezTo>
                    <a:pt x="1080000" y="1142064"/>
                    <a:pt x="838234" y="1262947"/>
                    <a:pt x="540000" y="1262947"/>
                  </a:cubicBezTo>
                  <a:cubicBezTo>
                    <a:pt x="241766" y="1262947"/>
                    <a:pt x="0" y="1142064"/>
                    <a:pt x="0" y="992947"/>
                  </a:cubicBezTo>
                  <a:cubicBezTo>
                    <a:pt x="0" y="974307"/>
                    <a:pt x="3778" y="956109"/>
                    <a:pt x="10971" y="938533"/>
                  </a:cubicBezTo>
                  <a:lnTo>
                    <a:pt x="15626" y="931034"/>
                  </a:lnTo>
                  <a:lnTo>
                    <a:pt x="540000" y="0"/>
                  </a:lnTo>
                  <a:close/>
                </a:path>
              </a:pathLst>
            </a:custGeom>
            <a:gradFill>
              <a:gsLst>
                <a:gs pos="60000">
                  <a:schemeClr val="bg2">
                    <a:lumMod val="90000"/>
                    <a:lumOff val="10000"/>
                  </a:schemeClr>
                </a:gs>
                <a:gs pos="30000">
                  <a:schemeClr val="bg2">
                    <a:lumMod val="90000"/>
                    <a:lumOff val="10000"/>
                  </a:schemeClr>
                </a:gs>
                <a:gs pos="40000">
                  <a:schemeClr val="bg2">
                    <a:lumMod val="80000"/>
                    <a:lumOff val="20000"/>
                  </a:schemeClr>
                </a:gs>
                <a:gs pos="100000">
                  <a:schemeClr val="bg2"/>
                </a:gs>
              </a:gsLst>
              <a:lin ang="600000" scaled="0"/>
            </a:gradFill>
            <a:ln>
              <a:noFill/>
            </a:ln>
            <a:effectLst>
              <a:innerShdw blurRad="101600" dist="50800" dir="7320000">
                <a:schemeClr val="accent1">
                  <a:lumMod val="60000"/>
                  <a:lumOff val="40000"/>
                  <a:alpha val="2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nl-NL"/>
              </a:defPPr>
            </a:lstStyle>
            <a:p>
              <a:pPr algn="ctr" rtl="0"/>
              <a:endParaRPr lang="nl-NL" dirty="0"/>
            </a:p>
          </p:txBody>
        </p:sp>
        <p:sp>
          <p:nvSpPr>
            <p:cNvPr id="11" name="Ovaal 10">
              <a:extLst>
                <a:ext uri="{FF2B5EF4-FFF2-40B4-BE49-F238E27FC236}">
                  <a16:creationId xmlns:a16="http://schemas.microsoft.com/office/drawing/2014/main" id="{4ADD32DC-9BAF-DA32-4E29-A6D403E04377}"/>
                </a:ext>
              </a:extLst>
            </p:cNvPr>
            <p:cNvSpPr/>
            <p:nvPr/>
          </p:nvSpPr>
          <p:spPr>
            <a:xfrm rot="13500000">
              <a:off x="10613915" y="1424627"/>
              <a:ext cx="270000" cy="540001"/>
            </a:xfrm>
            <a:prstGeom prst="ellipse">
              <a:avLst/>
            </a:prstGeom>
            <a:solidFill>
              <a:schemeClr val="bg2">
                <a:lumMod val="90000"/>
                <a:lumOff val="10000"/>
              </a:schemeClr>
            </a:solidFill>
            <a:ln>
              <a:noFill/>
            </a:ln>
            <a:effectLst>
              <a:innerShdw blurRad="1270000" dist="2540000">
                <a:schemeClr val="accent1">
                  <a:lumMod val="60000"/>
                  <a:lumOff val="40000"/>
                  <a:alpha val="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nl-NL"/>
              </a:defPPr>
            </a:lstStyle>
            <a:p>
              <a:pPr algn="ctr" rtl="0"/>
              <a:endParaRPr lang="nl-NL" dirty="0"/>
            </a:p>
          </p:txBody>
        </p:sp>
      </p:grpSp>
      <p:grpSp>
        <p:nvGrpSpPr>
          <p:cNvPr id="12" name="Groep 11">
            <a:extLst>
              <a:ext uri="{FF2B5EF4-FFF2-40B4-BE49-F238E27FC236}">
                <a16:creationId xmlns:a16="http://schemas.microsoft.com/office/drawing/2014/main" id="{3BDBC526-6DCD-4FF6-8395-D8C22E46E5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613998" y="5334748"/>
            <a:ext cx="678135" cy="990000"/>
            <a:chOff x="10490969" y="1448827"/>
            <a:chExt cx="678135" cy="990000"/>
          </a:xfrm>
        </p:grpSpPr>
        <p:sp>
          <p:nvSpPr>
            <p:cNvPr id="13" name="Vrije vorm: Shape 12">
              <a:extLst>
                <a:ext uri="{FF2B5EF4-FFF2-40B4-BE49-F238E27FC236}">
                  <a16:creationId xmlns:a16="http://schemas.microsoft.com/office/drawing/2014/main" id="{02ECB475-568C-47AC-B16D-2E202DEB2DE0}"/>
                </a:ext>
              </a:extLst>
            </p:cNvPr>
            <p:cNvSpPr>
              <a:spLocks noChangeAspect="1"/>
            </p:cNvSpPr>
            <p:nvPr/>
          </p:nvSpPr>
          <p:spPr>
            <a:xfrm rot="2700000" flipH="1" flipV="1">
              <a:off x="10268976" y="1743588"/>
              <a:ext cx="926985" cy="463493"/>
            </a:xfrm>
            <a:custGeom>
              <a:avLst/>
              <a:gdLst>
                <a:gd name="connsiteX0" fmla="*/ 1329373 w 2658746"/>
                <a:gd name="connsiteY0" fmla="*/ 0 h 1329373"/>
                <a:gd name="connsiteX1" fmla="*/ 2658746 w 2658746"/>
                <a:gd name="connsiteY1" fmla="*/ 1329373 h 1329373"/>
                <a:gd name="connsiteX2" fmla="*/ 1994059 w 2658746"/>
                <a:gd name="connsiteY2" fmla="*/ 1329373 h 1329373"/>
                <a:gd name="connsiteX3" fmla="*/ 1329373 w 2658746"/>
                <a:gd name="connsiteY3" fmla="*/ 664687 h 1329373"/>
                <a:gd name="connsiteX4" fmla="*/ 664687 w 2658746"/>
                <a:gd name="connsiteY4" fmla="*/ 1329373 h 1329373"/>
                <a:gd name="connsiteX5" fmla="*/ 0 w 2658746"/>
                <a:gd name="connsiteY5" fmla="*/ 1329373 h 1329373"/>
                <a:gd name="connsiteX6" fmla="*/ 1329373 w 2658746"/>
                <a:gd name="connsiteY6" fmla="*/ 0 h 1329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658746" h="1329373">
                  <a:moveTo>
                    <a:pt x="1329373" y="0"/>
                  </a:moveTo>
                  <a:cubicBezTo>
                    <a:pt x="2063565" y="0"/>
                    <a:pt x="2658746" y="595181"/>
                    <a:pt x="2658746" y="1329373"/>
                  </a:cubicBezTo>
                  <a:lnTo>
                    <a:pt x="1994059" y="1329373"/>
                  </a:lnTo>
                  <a:cubicBezTo>
                    <a:pt x="1994059" y="962277"/>
                    <a:pt x="1696469" y="664687"/>
                    <a:pt x="1329373" y="664687"/>
                  </a:cubicBezTo>
                  <a:cubicBezTo>
                    <a:pt x="962277" y="664687"/>
                    <a:pt x="664687" y="962277"/>
                    <a:pt x="664687" y="1329373"/>
                  </a:cubicBezTo>
                  <a:lnTo>
                    <a:pt x="0" y="1329373"/>
                  </a:lnTo>
                  <a:cubicBezTo>
                    <a:pt x="0" y="595181"/>
                    <a:pt x="595181" y="0"/>
                    <a:pt x="1329373" y="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ffectLst>
              <a:innerShdw blurRad="127000" dist="50800" dir="13500000">
                <a:schemeClr val="accent1">
                  <a:lumMod val="40000"/>
                  <a:lumOff val="60000"/>
                  <a:alpha val="2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nl-NL"/>
              </a:defPPr>
            </a:lstStyle>
            <a:p>
              <a:pPr algn="ctr" rtl="0"/>
              <a:endParaRPr lang="nl-NL" dirty="0">
                <a:solidFill>
                  <a:schemeClr val="tx1"/>
                </a:solidFill>
              </a:endParaRPr>
            </a:p>
          </p:txBody>
        </p:sp>
        <p:sp>
          <p:nvSpPr>
            <p:cNvPr id="14" name="Ovaal 13">
              <a:extLst>
                <a:ext uri="{FF2B5EF4-FFF2-40B4-BE49-F238E27FC236}">
                  <a16:creationId xmlns:a16="http://schemas.microsoft.com/office/drawing/2014/main" id="{080D8764-525A-441E-B58F-068E82F09714}"/>
                </a:ext>
              </a:extLst>
            </p:cNvPr>
            <p:cNvSpPr/>
            <p:nvPr/>
          </p:nvSpPr>
          <p:spPr>
            <a:xfrm rot="8100000" flipH="1" flipV="1">
              <a:off x="11115555" y="1939340"/>
              <a:ext cx="53549" cy="233295"/>
            </a:xfrm>
            <a:prstGeom prst="ellipse">
              <a:avLst/>
            </a:prstGeom>
            <a:solidFill>
              <a:schemeClr val="bg2">
                <a:lumMod val="90000"/>
                <a:lumOff val="10000"/>
              </a:schemeClr>
            </a:solidFill>
            <a:ln>
              <a:noFill/>
            </a:ln>
            <a:effectLst>
              <a:innerShdw blurRad="63500" dist="2540000">
                <a:schemeClr val="accent1">
                  <a:lumMod val="60000"/>
                  <a:lumOff val="40000"/>
                  <a:alpha val="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nl-NL"/>
              </a:defPPr>
            </a:lstStyle>
            <a:p>
              <a:pPr algn="ctr" rtl="0"/>
              <a:endParaRPr lang="nl-NL" dirty="0"/>
            </a:p>
          </p:txBody>
        </p:sp>
        <p:sp>
          <p:nvSpPr>
            <p:cNvPr id="15" name="Ovaal 14">
              <a:extLst>
                <a:ext uri="{FF2B5EF4-FFF2-40B4-BE49-F238E27FC236}">
                  <a16:creationId xmlns:a16="http://schemas.microsoft.com/office/drawing/2014/main" id="{11196109-6F2B-4738-B2FC-2CCC753AABD4}"/>
                </a:ext>
              </a:extLst>
            </p:cNvPr>
            <p:cNvSpPr/>
            <p:nvPr/>
          </p:nvSpPr>
          <p:spPr>
            <a:xfrm rot="8100000" flipH="1" flipV="1">
              <a:off x="10625042" y="1448827"/>
              <a:ext cx="53549" cy="233295"/>
            </a:xfrm>
            <a:prstGeom prst="ellipse">
              <a:avLst/>
            </a:prstGeom>
            <a:solidFill>
              <a:schemeClr val="bg2">
                <a:lumMod val="90000"/>
                <a:lumOff val="10000"/>
              </a:schemeClr>
            </a:solidFill>
            <a:ln>
              <a:noFill/>
            </a:ln>
            <a:effectLst>
              <a:innerShdw blurRad="63500" dist="2540000">
                <a:schemeClr val="accent1">
                  <a:lumMod val="60000"/>
                  <a:lumOff val="40000"/>
                  <a:alpha val="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nl-NL"/>
              </a:defPPr>
            </a:lstStyle>
            <a:p>
              <a:pPr algn="ctr" rtl="0"/>
              <a:endParaRPr lang="nl-NL" dirty="0"/>
            </a:p>
          </p:txBody>
        </p:sp>
        <p:sp>
          <p:nvSpPr>
            <p:cNvPr id="16" name="Vrije vorm: Vorm 15">
              <a:extLst>
                <a:ext uri="{FF2B5EF4-FFF2-40B4-BE49-F238E27FC236}">
                  <a16:creationId xmlns:a16="http://schemas.microsoft.com/office/drawing/2014/main" id="{F7E468C2-69B8-470B-85E3-801A3CB1D7E2}"/>
                </a:ext>
              </a:extLst>
            </p:cNvPr>
            <p:cNvSpPr>
              <a:spLocks noChangeAspect="1"/>
            </p:cNvSpPr>
            <p:nvPr/>
          </p:nvSpPr>
          <p:spPr>
            <a:xfrm rot="2700000" flipH="1" flipV="1">
              <a:off x="10292519" y="1686748"/>
              <a:ext cx="926985" cy="530086"/>
            </a:xfrm>
            <a:custGeom>
              <a:avLst/>
              <a:gdLst>
                <a:gd name="connsiteX0" fmla="*/ 1329373 w 2658746"/>
                <a:gd name="connsiteY0" fmla="*/ 0 h 1329373"/>
                <a:gd name="connsiteX1" fmla="*/ 2658746 w 2658746"/>
                <a:gd name="connsiteY1" fmla="*/ 1329373 h 1329373"/>
                <a:gd name="connsiteX2" fmla="*/ 1994059 w 2658746"/>
                <a:gd name="connsiteY2" fmla="*/ 1329373 h 1329373"/>
                <a:gd name="connsiteX3" fmla="*/ 1329373 w 2658746"/>
                <a:gd name="connsiteY3" fmla="*/ 664687 h 1329373"/>
                <a:gd name="connsiteX4" fmla="*/ 664687 w 2658746"/>
                <a:gd name="connsiteY4" fmla="*/ 1329373 h 1329373"/>
                <a:gd name="connsiteX5" fmla="*/ 0 w 2658746"/>
                <a:gd name="connsiteY5" fmla="*/ 1329373 h 1329373"/>
                <a:gd name="connsiteX6" fmla="*/ 1329373 w 2658746"/>
                <a:gd name="connsiteY6" fmla="*/ 0 h 1329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658746" h="1329373">
                  <a:moveTo>
                    <a:pt x="1329373" y="0"/>
                  </a:moveTo>
                  <a:cubicBezTo>
                    <a:pt x="2063565" y="0"/>
                    <a:pt x="2658746" y="595181"/>
                    <a:pt x="2658746" y="1329373"/>
                  </a:cubicBezTo>
                  <a:lnTo>
                    <a:pt x="1994059" y="1329373"/>
                  </a:lnTo>
                  <a:cubicBezTo>
                    <a:pt x="1994059" y="962277"/>
                    <a:pt x="1696469" y="664687"/>
                    <a:pt x="1329373" y="664687"/>
                  </a:cubicBezTo>
                  <a:cubicBezTo>
                    <a:pt x="962277" y="664687"/>
                    <a:pt x="664687" y="962277"/>
                    <a:pt x="664687" y="1329373"/>
                  </a:cubicBezTo>
                  <a:lnTo>
                    <a:pt x="0" y="1329373"/>
                  </a:lnTo>
                  <a:cubicBezTo>
                    <a:pt x="0" y="595181"/>
                    <a:pt x="595181" y="0"/>
                    <a:pt x="1329373" y="0"/>
                  </a:cubicBezTo>
                  <a:close/>
                </a:path>
              </a:pathLst>
            </a:custGeom>
            <a:solidFill>
              <a:schemeClr val="bg2">
                <a:lumMod val="50000"/>
                <a:lumOff val="50000"/>
                <a:alpha val="20000"/>
              </a:schemeClr>
            </a:solidFill>
            <a:ln>
              <a:noFill/>
            </a:ln>
            <a:effectLst>
              <a:softEdge rad="1016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nl-NL"/>
              </a:defPPr>
            </a:lstStyle>
            <a:p>
              <a:pPr algn="ctr" rtl="0"/>
              <a:endParaRPr lang="nl-NL" dirty="0">
                <a:solidFill>
                  <a:schemeClr val="tx1"/>
                </a:solidFill>
              </a:endParaRPr>
            </a:p>
          </p:txBody>
        </p:sp>
      </p:grp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4D4EE704-5DCA-484E-85E0-0E3A7B1C50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defPPr>
              <a:defRPr lang="nl-NL"/>
            </a:defPPr>
          </a:lstStyle>
          <a:p>
            <a:pPr rtl="0"/>
            <a:r>
              <a:rPr lang="nl-NL"/>
              <a:t>20XX</a:t>
            </a:r>
            <a:endParaRPr lang="nl-NL" dirty="0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4CA69B66-1C18-44A2-93F7-97DED26F24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defPPr>
              <a:defRPr lang="nl-NL"/>
            </a:defPPr>
          </a:lstStyle>
          <a:p>
            <a:pPr rtl="0"/>
            <a:endParaRPr lang="nl-NL" dirty="0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7E44B5A0-66FA-433A-8DC5-C097C63B4D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defPPr>
              <a:defRPr lang="nl-NL"/>
            </a:defPPr>
          </a:lstStyle>
          <a:p>
            <a:pPr rtl="0"/>
            <a:fld id="{DBA1B0FB-D917-4C8C-928F-313BD683BF39}" type="slidenum">
              <a:rPr lang="nl-NL" smtClean="0"/>
              <a:t>‹#›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36160711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B577394-0A20-4CF6-9066-CFC2C1C9D30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359149" y="389840"/>
            <a:ext cx="8281987" cy="2954655"/>
          </a:xfrm>
        </p:spPr>
        <p:txBody>
          <a:bodyPr rtlCol="0" anchor="t" anchorCtr="0">
            <a:normAutofit/>
          </a:bodyPr>
          <a:lstStyle>
            <a:lvl1pPr algn="l">
              <a:lnSpc>
                <a:spcPct val="100000"/>
              </a:lnSpc>
              <a:defRPr lang="nl-NL" sz="6400"/>
            </a:lvl1pPr>
          </a:lstStyle>
          <a:p>
            <a:pPr rtl="0"/>
            <a:r>
              <a:rPr lang="nl-NL"/>
              <a:t>Klik om titel toe te voegen</a:t>
            </a:r>
          </a:p>
        </p:txBody>
      </p:sp>
      <p:sp>
        <p:nvSpPr>
          <p:cNvPr id="3" name="Subtitel 2">
            <a:extLst>
              <a:ext uri="{FF2B5EF4-FFF2-40B4-BE49-F238E27FC236}">
                <a16:creationId xmlns:a16="http://schemas.microsoft.com/office/drawing/2014/main" id="{3F10971F-8922-4B23-9C80-0643D7E35026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359149" y="3536951"/>
            <a:ext cx="8281989" cy="2555874"/>
          </a:xfrm>
        </p:spPr>
        <p:txBody>
          <a:bodyPr rtlCol="0">
            <a:normAutofit/>
          </a:bodyPr>
          <a:lstStyle>
            <a:lvl1pPr marL="0" indent="0" algn="l">
              <a:lnSpc>
                <a:spcPct val="100000"/>
              </a:lnSpc>
              <a:buNone/>
              <a:defRPr lang="nl-NL" sz="2400">
                <a:solidFill>
                  <a:schemeClr val="tx1"/>
                </a:solidFill>
              </a:defRPr>
            </a:lvl1pPr>
            <a:lvl2pPr marL="457200" indent="0" algn="ctr">
              <a:buNone/>
              <a:defRPr lang="nl-NL" sz="2000"/>
            </a:lvl2pPr>
            <a:lvl3pPr marL="914400" indent="0" algn="ctr">
              <a:buNone/>
              <a:defRPr lang="nl-NL" sz="1800"/>
            </a:lvl3pPr>
            <a:lvl4pPr marL="1371600" indent="0" algn="ctr">
              <a:buNone/>
              <a:defRPr lang="nl-NL" sz="1600"/>
            </a:lvl4pPr>
            <a:lvl5pPr marL="1828800" indent="0" algn="ctr">
              <a:buNone/>
              <a:defRPr lang="nl-NL" sz="1600"/>
            </a:lvl5pPr>
            <a:lvl6pPr marL="2286000" indent="0" algn="ctr">
              <a:buNone/>
              <a:defRPr lang="nl-NL" sz="1600"/>
            </a:lvl6pPr>
            <a:lvl7pPr marL="2743200" indent="0" algn="ctr">
              <a:buNone/>
              <a:defRPr lang="nl-NL" sz="1600"/>
            </a:lvl7pPr>
            <a:lvl8pPr marL="3200400" indent="0" algn="ctr">
              <a:buNone/>
              <a:defRPr lang="nl-NL" sz="1600"/>
            </a:lvl8pPr>
            <a:lvl9pPr marL="3657600" indent="0" algn="ctr">
              <a:buNone/>
              <a:defRPr lang="nl-NL" sz="1600"/>
            </a:lvl9pPr>
          </a:lstStyle>
          <a:p>
            <a:pPr rtl="0"/>
            <a:r>
              <a:rPr lang="nl-NL"/>
              <a:t>Klik om subtitel toe te voegen </a:t>
            </a:r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8B1BC074-1090-47AF-BDE8-3859BF574B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defPPr>
              <a:defRPr lang="nl-NL"/>
            </a:defPPr>
          </a:lstStyle>
          <a:p>
            <a:pPr rtl="0"/>
            <a:r>
              <a:rPr lang="nl-NL"/>
              <a:t>20XX</a:t>
            </a:r>
            <a:endParaRPr lang="nl-NL" dirty="0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F1D6522F-D41A-4734-8BD1-BD6E5A37D0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defPPr>
              <a:defRPr lang="nl-NL"/>
            </a:defPPr>
          </a:lstStyle>
          <a:p>
            <a:pPr rtl="0"/>
            <a:endParaRPr lang="nl-NL" dirty="0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D74D4206-406C-42A3-BBD4-44C0431809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defPPr>
              <a:defRPr lang="nl-NL"/>
            </a:defPPr>
          </a:lstStyle>
          <a:p>
            <a:pPr rtl="0"/>
            <a:fld id="{DBA1B0FB-D917-4C8C-928F-313BD683BF39}" type="slidenum">
              <a:rPr lang="nl-NL" smtClean="0"/>
              <a:t>‹#›</a:t>
            </a:fld>
            <a:endParaRPr lang="nl-NL" dirty="0"/>
          </a:p>
        </p:txBody>
      </p:sp>
      <p:sp>
        <p:nvSpPr>
          <p:cNvPr id="19" name="Vrije vorm: Shape 18">
            <a:extLst>
              <a:ext uri="{FF2B5EF4-FFF2-40B4-BE49-F238E27FC236}">
                <a16:creationId xmlns:a16="http://schemas.microsoft.com/office/drawing/2014/main" id="{82184FF4-7029-4ED7-813A-192E606087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/>
        </p:nvSpPr>
        <p:spPr>
          <a:xfrm rot="2700000">
            <a:off x="612445" y="481888"/>
            <a:ext cx="1080000" cy="1262947"/>
          </a:xfrm>
          <a:custGeom>
            <a:avLst/>
            <a:gdLst>
              <a:gd name="connsiteX0" fmla="*/ 540000 w 1080000"/>
              <a:gd name="connsiteY0" fmla="*/ 0 h 1262947"/>
              <a:gd name="connsiteX1" fmla="*/ 1080000 w 1080000"/>
              <a:gd name="connsiteY1" fmla="*/ 931034 h 1262947"/>
              <a:gd name="connsiteX2" fmla="*/ 1064374 w 1080000"/>
              <a:gd name="connsiteY2" fmla="*/ 931034 h 1262947"/>
              <a:gd name="connsiteX3" fmla="*/ 1069029 w 1080000"/>
              <a:gd name="connsiteY3" fmla="*/ 938533 h 1262947"/>
              <a:gd name="connsiteX4" fmla="*/ 1080000 w 1080000"/>
              <a:gd name="connsiteY4" fmla="*/ 992947 h 1262947"/>
              <a:gd name="connsiteX5" fmla="*/ 540000 w 1080000"/>
              <a:gd name="connsiteY5" fmla="*/ 1262947 h 1262947"/>
              <a:gd name="connsiteX6" fmla="*/ 0 w 1080000"/>
              <a:gd name="connsiteY6" fmla="*/ 992947 h 1262947"/>
              <a:gd name="connsiteX7" fmla="*/ 10971 w 1080000"/>
              <a:gd name="connsiteY7" fmla="*/ 938533 h 1262947"/>
              <a:gd name="connsiteX8" fmla="*/ 15626 w 1080000"/>
              <a:gd name="connsiteY8" fmla="*/ 931034 h 1262947"/>
              <a:gd name="connsiteX9" fmla="*/ 0 w 1080000"/>
              <a:gd name="connsiteY9" fmla="*/ 931034 h 1262947"/>
              <a:gd name="connsiteX0" fmla="*/ 540000 w 1080000"/>
              <a:gd name="connsiteY0" fmla="*/ 0 h 1262947"/>
              <a:gd name="connsiteX1" fmla="*/ 1080000 w 1080000"/>
              <a:gd name="connsiteY1" fmla="*/ 931034 h 1262947"/>
              <a:gd name="connsiteX2" fmla="*/ 1064374 w 1080000"/>
              <a:gd name="connsiteY2" fmla="*/ 931034 h 1262947"/>
              <a:gd name="connsiteX3" fmla="*/ 1069029 w 1080000"/>
              <a:gd name="connsiteY3" fmla="*/ 938533 h 1262947"/>
              <a:gd name="connsiteX4" fmla="*/ 1080000 w 1080000"/>
              <a:gd name="connsiteY4" fmla="*/ 992947 h 1262947"/>
              <a:gd name="connsiteX5" fmla="*/ 540000 w 1080000"/>
              <a:gd name="connsiteY5" fmla="*/ 1262947 h 1262947"/>
              <a:gd name="connsiteX6" fmla="*/ 0 w 1080000"/>
              <a:gd name="connsiteY6" fmla="*/ 992947 h 1262947"/>
              <a:gd name="connsiteX7" fmla="*/ 10971 w 1080000"/>
              <a:gd name="connsiteY7" fmla="*/ 938533 h 1262947"/>
              <a:gd name="connsiteX8" fmla="*/ 15626 w 1080000"/>
              <a:gd name="connsiteY8" fmla="*/ 931034 h 1262947"/>
              <a:gd name="connsiteX9" fmla="*/ 540000 w 1080000"/>
              <a:gd name="connsiteY9" fmla="*/ 0 h 1262947"/>
              <a:gd name="connsiteX0" fmla="*/ 540000 w 1080000"/>
              <a:gd name="connsiteY0" fmla="*/ 0 h 1262947"/>
              <a:gd name="connsiteX1" fmla="*/ 1064374 w 1080000"/>
              <a:gd name="connsiteY1" fmla="*/ 931034 h 1262947"/>
              <a:gd name="connsiteX2" fmla="*/ 1069029 w 1080000"/>
              <a:gd name="connsiteY2" fmla="*/ 938533 h 1262947"/>
              <a:gd name="connsiteX3" fmla="*/ 1080000 w 1080000"/>
              <a:gd name="connsiteY3" fmla="*/ 992947 h 1262947"/>
              <a:gd name="connsiteX4" fmla="*/ 540000 w 1080000"/>
              <a:gd name="connsiteY4" fmla="*/ 1262947 h 1262947"/>
              <a:gd name="connsiteX5" fmla="*/ 0 w 1080000"/>
              <a:gd name="connsiteY5" fmla="*/ 992947 h 1262947"/>
              <a:gd name="connsiteX6" fmla="*/ 10971 w 1080000"/>
              <a:gd name="connsiteY6" fmla="*/ 938533 h 1262947"/>
              <a:gd name="connsiteX7" fmla="*/ 15626 w 1080000"/>
              <a:gd name="connsiteY7" fmla="*/ 931034 h 1262947"/>
              <a:gd name="connsiteX8" fmla="*/ 540000 w 1080000"/>
              <a:gd name="connsiteY8" fmla="*/ 0 h 12629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080000" h="1262947">
                <a:moveTo>
                  <a:pt x="540000" y="0"/>
                </a:moveTo>
                <a:lnTo>
                  <a:pt x="1064374" y="931034"/>
                </a:lnTo>
                <a:lnTo>
                  <a:pt x="1069029" y="938533"/>
                </a:lnTo>
                <a:cubicBezTo>
                  <a:pt x="1076223" y="956109"/>
                  <a:pt x="1080000" y="974307"/>
                  <a:pt x="1080000" y="992947"/>
                </a:cubicBezTo>
                <a:cubicBezTo>
                  <a:pt x="1080000" y="1142064"/>
                  <a:pt x="838234" y="1262947"/>
                  <a:pt x="540000" y="1262947"/>
                </a:cubicBezTo>
                <a:cubicBezTo>
                  <a:pt x="241766" y="1262947"/>
                  <a:pt x="0" y="1142064"/>
                  <a:pt x="0" y="992947"/>
                </a:cubicBezTo>
                <a:cubicBezTo>
                  <a:pt x="0" y="974307"/>
                  <a:pt x="3778" y="956109"/>
                  <a:pt x="10971" y="938533"/>
                </a:cubicBezTo>
                <a:lnTo>
                  <a:pt x="15626" y="931034"/>
                </a:lnTo>
                <a:lnTo>
                  <a:pt x="540000" y="0"/>
                </a:lnTo>
                <a:close/>
              </a:path>
            </a:pathLst>
          </a:custGeom>
          <a:gradFill>
            <a:gsLst>
              <a:gs pos="60000">
                <a:schemeClr val="bg2">
                  <a:lumMod val="90000"/>
                  <a:lumOff val="10000"/>
                </a:schemeClr>
              </a:gs>
              <a:gs pos="30000">
                <a:schemeClr val="bg2">
                  <a:lumMod val="90000"/>
                  <a:lumOff val="10000"/>
                </a:schemeClr>
              </a:gs>
              <a:gs pos="40000">
                <a:schemeClr val="bg2">
                  <a:lumMod val="75000"/>
                  <a:lumOff val="25000"/>
                </a:schemeClr>
              </a:gs>
              <a:gs pos="100000">
                <a:schemeClr val="bg2"/>
              </a:gs>
            </a:gsLst>
            <a:lin ang="600000" scaled="0"/>
          </a:gradFill>
          <a:ln>
            <a:noFill/>
          </a:ln>
          <a:effectLst>
            <a:innerShdw blurRad="254000" dist="101600" dir="2700000">
              <a:schemeClr val="accent1">
                <a:lumMod val="60000"/>
                <a:lumOff val="40000"/>
                <a:alpha val="40000"/>
              </a:scheme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nl-NL"/>
            </a:defPPr>
          </a:lstStyle>
          <a:p>
            <a:pPr algn="ctr" rtl="0"/>
            <a:endParaRPr lang="nl-NL" dirty="0"/>
          </a:p>
        </p:txBody>
      </p:sp>
      <p:sp>
        <p:nvSpPr>
          <p:cNvPr id="20" name="Ovaal 19">
            <a:extLst>
              <a:ext uri="{FF2B5EF4-FFF2-40B4-BE49-F238E27FC236}">
                <a16:creationId xmlns:a16="http://schemas.microsoft.com/office/drawing/2014/main" id="{AAA7AB09-557C-41AD-9113-FF9F68FA10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8100000">
            <a:off x="626845" y="828962"/>
            <a:ext cx="540000" cy="1080000"/>
          </a:xfrm>
          <a:prstGeom prst="ellipse">
            <a:avLst/>
          </a:prstGeom>
          <a:gradFill>
            <a:gsLst>
              <a:gs pos="100000">
                <a:schemeClr val="bg2">
                  <a:lumMod val="90000"/>
                  <a:lumOff val="10000"/>
                </a:schemeClr>
              </a:gs>
              <a:gs pos="50000">
                <a:schemeClr val="bg2">
                  <a:lumMod val="95000"/>
                  <a:lumOff val="5000"/>
                </a:schemeClr>
              </a:gs>
            </a:gsLst>
            <a:lin ang="5400000" scaled="0"/>
          </a:gradFill>
          <a:ln>
            <a:noFill/>
          </a:ln>
          <a:effectLst>
            <a:innerShdw blurRad="1270000" dist="2540000">
              <a:schemeClr val="accent1">
                <a:lumMod val="60000"/>
                <a:lumOff val="40000"/>
                <a:alpha val="0"/>
              </a:scheme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nl-NL"/>
            </a:defPPr>
          </a:lstStyle>
          <a:p>
            <a:pPr algn="ctr" rtl="0"/>
            <a:endParaRPr lang="nl-NL" dirty="0"/>
          </a:p>
        </p:txBody>
      </p:sp>
      <p:sp>
        <p:nvSpPr>
          <p:cNvPr id="25" name="Ovaal 24">
            <a:extLst>
              <a:ext uri="{FF2B5EF4-FFF2-40B4-BE49-F238E27FC236}">
                <a16:creationId xmlns:a16="http://schemas.microsoft.com/office/drawing/2014/main" id="{EF99ECAA-1F11-4937-BBA6-51935AB44C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/>
        </p:nvSpPr>
        <p:spPr>
          <a:xfrm>
            <a:off x="1800802" y="2472855"/>
            <a:ext cx="360000" cy="360000"/>
          </a:xfrm>
          <a:prstGeom prst="ellipse">
            <a:avLst/>
          </a:prstGeom>
          <a:gradFill flip="none" rotWithShape="1">
            <a:gsLst>
              <a:gs pos="100000">
                <a:schemeClr val="bg2">
                  <a:lumMod val="50000"/>
                  <a:lumOff val="50000"/>
                </a:schemeClr>
              </a:gs>
              <a:gs pos="60000">
                <a:schemeClr val="bg2"/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  <a:effectLst>
            <a:innerShdw blurRad="127000" dist="63500" dir="2700000">
              <a:schemeClr val="accent1">
                <a:lumMod val="60000"/>
                <a:lumOff val="40000"/>
                <a:alpha val="20000"/>
              </a:schemeClr>
            </a:innerShdw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nl-NL"/>
            </a:defPPr>
          </a:lstStyle>
          <a:p>
            <a:pPr algn="ctr" rtl="0"/>
            <a:endParaRPr lang="nl-NL" dirty="0"/>
          </a:p>
        </p:txBody>
      </p:sp>
      <p:grpSp>
        <p:nvGrpSpPr>
          <p:cNvPr id="34" name="Groep 33">
            <a:extLst>
              <a:ext uri="{FF2B5EF4-FFF2-40B4-BE49-F238E27FC236}">
                <a16:creationId xmlns:a16="http://schemas.microsoft.com/office/drawing/2014/main" id="{79DE9FAB-6BBA-4CFE-B67D-77B47F01EC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1329952" y="4524379"/>
            <a:ext cx="1980001" cy="1363916"/>
            <a:chOff x="4879602" y="3781429"/>
            <a:chExt cx="1980001" cy="1363916"/>
          </a:xfrm>
        </p:grpSpPr>
        <p:sp>
          <p:nvSpPr>
            <p:cNvPr id="35" name="Vrije vorm: Shape 34">
              <a:extLst>
                <a:ext uri="{FF2B5EF4-FFF2-40B4-BE49-F238E27FC236}">
                  <a16:creationId xmlns:a16="http://schemas.microsoft.com/office/drawing/2014/main" id="{79FAC916-D9BB-4794-81B4-7C47C67E850D}"/>
                </a:ext>
              </a:extLst>
            </p:cNvPr>
            <p:cNvSpPr>
              <a:spLocks noChangeAspect="1"/>
            </p:cNvSpPr>
            <p:nvPr/>
          </p:nvSpPr>
          <p:spPr>
            <a:xfrm rot="18900000" flipV="1">
              <a:off x="5005634" y="4191206"/>
              <a:ext cx="1853969" cy="926985"/>
            </a:xfrm>
            <a:custGeom>
              <a:avLst/>
              <a:gdLst>
                <a:gd name="connsiteX0" fmla="*/ 1329373 w 2658746"/>
                <a:gd name="connsiteY0" fmla="*/ 0 h 1329373"/>
                <a:gd name="connsiteX1" fmla="*/ 2658746 w 2658746"/>
                <a:gd name="connsiteY1" fmla="*/ 1329373 h 1329373"/>
                <a:gd name="connsiteX2" fmla="*/ 1994059 w 2658746"/>
                <a:gd name="connsiteY2" fmla="*/ 1329373 h 1329373"/>
                <a:gd name="connsiteX3" fmla="*/ 1329373 w 2658746"/>
                <a:gd name="connsiteY3" fmla="*/ 664687 h 1329373"/>
                <a:gd name="connsiteX4" fmla="*/ 664687 w 2658746"/>
                <a:gd name="connsiteY4" fmla="*/ 1329373 h 1329373"/>
                <a:gd name="connsiteX5" fmla="*/ 0 w 2658746"/>
                <a:gd name="connsiteY5" fmla="*/ 1329373 h 1329373"/>
                <a:gd name="connsiteX6" fmla="*/ 1329373 w 2658746"/>
                <a:gd name="connsiteY6" fmla="*/ 0 h 1329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658746" h="1329373">
                  <a:moveTo>
                    <a:pt x="1329373" y="0"/>
                  </a:moveTo>
                  <a:cubicBezTo>
                    <a:pt x="2063565" y="0"/>
                    <a:pt x="2658746" y="595181"/>
                    <a:pt x="2658746" y="1329373"/>
                  </a:cubicBezTo>
                  <a:lnTo>
                    <a:pt x="1994059" y="1329373"/>
                  </a:lnTo>
                  <a:cubicBezTo>
                    <a:pt x="1994059" y="962277"/>
                    <a:pt x="1696469" y="664687"/>
                    <a:pt x="1329373" y="664687"/>
                  </a:cubicBezTo>
                  <a:cubicBezTo>
                    <a:pt x="962277" y="664687"/>
                    <a:pt x="664687" y="962277"/>
                    <a:pt x="664687" y="1329373"/>
                  </a:cubicBezTo>
                  <a:lnTo>
                    <a:pt x="0" y="1329373"/>
                  </a:lnTo>
                  <a:cubicBezTo>
                    <a:pt x="0" y="595181"/>
                    <a:pt x="595181" y="0"/>
                    <a:pt x="1329373" y="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ffectLst>
              <a:innerShdw blurRad="254000" dist="50800" dir="16200000">
                <a:schemeClr val="accent1">
                  <a:lumMod val="40000"/>
                  <a:lumOff val="60000"/>
                  <a:alpha val="4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nl-NL"/>
              </a:defPPr>
            </a:lstStyle>
            <a:p>
              <a:pPr algn="ctr" rtl="0"/>
              <a:endParaRPr lang="nl-NL" dirty="0"/>
            </a:p>
          </p:txBody>
        </p:sp>
        <p:sp>
          <p:nvSpPr>
            <p:cNvPr id="36" name="Vrije vorm: Vorm 35">
              <a:extLst>
                <a:ext uri="{FF2B5EF4-FFF2-40B4-BE49-F238E27FC236}">
                  <a16:creationId xmlns:a16="http://schemas.microsoft.com/office/drawing/2014/main" id="{B5CA2231-7A65-4D16-8400-A210CC41DB73}"/>
                </a:ext>
              </a:extLst>
            </p:cNvPr>
            <p:cNvSpPr>
              <a:spLocks noChangeAspect="1"/>
            </p:cNvSpPr>
            <p:nvPr/>
          </p:nvSpPr>
          <p:spPr>
            <a:xfrm rot="18900000" flipV="1">
              <a:off x="4957101" y="4052255"/>
              <a:ext cx="1853969" cy="1093090"/>
            </a:xfrm>
            <a:custGeom>
              <a:avLst/>
              <a:gdLst>
                <a:gd name="connsiteX0" fmla="*/ 1329373 w 2658746"/>
                <a:gd name="connsiteY0" fmla="*/ 0 h 1329373"/>
                <a:gd name="connsiteX1" fmla="*/ 2658746 w 2658746"/>
                <a:gd name="connsiteY1" fmla="*/ 1329373 h 1329373"/>
                <a:gd name="connsiteX2" fmla="*/ 1994059 w 2658746"/>
                <a:gd name="connsiteY2" fmla="*/ 1329373 h 1329373"/>
                <a:gd name="connsiteX3" fmla="*/ 1329373 w 2658746"/>
                <a:gd name="connsiteY3" fmla="*/ 664687 h 1329373"/>
                <a:gd name="connsiteX4" fmla="*/ 664687 w 2658746"/>
                <a:gd name="connsiteY4" fmla="*/ 1329373 h 1329373"/>
                <a:gd name="connsiteX5" fmla="*/ 0 w 2658746"/>
                <a:gd name="connsiteY5" fmla="*/ 1329373 h 1329373"/>
                <a:gd name="connsiteX6" fmla="*/ 1329373 w 2658746"/>
                <a:gd name="connsiteY6" fmla="*/ 0 h 1329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658746" h="1329373">
                  <a:moveTo>
                    <a:pt x="1329373" y="0"/>
                  </a:moveTo>
                  <a:cubicBezTo>
                    <a:pt x="2063565" y="0"/>
                    <a:pt x="2658746" y="595181"/>
                    <a:pt x="2658746" y="1329373"/>
                  </a:cubicBezTo>
                  <a:lnTo>
                    <a:pt x="1994059" y="1329373"/>
                  </a:lnTo>
                  <a:cubicBezTo>
                    <a:pt x="1994059" y="962277"/>
                    <a:pt x="1696469" y="664687"/>
                    <a:pt x="1329373" y="664687"/>
                  </a:cubicBezTo>
                  <a:cubicBezTo>
                    <a:pt x="962277" y="664687"/>
                    <a:pt x="664687" y="962277"/>
                    <a:pt x="664687" y="1329373"/>
                  </a:cubicBezTo>
                  <a:lnTo>
                    <a:pt x="0" y="1329373"/>
                  </a:lnTo>
                  <a:cubicBezTo>
                    <a:pt x="0" y="595181"/>
                    <a:pt x="595181" y="0"/>
                    <a:pt x="1329373" y="0"/>
                  </a:cubicBezTo>
                  <a:close/>
                </a:path>
              </a:pathLst>
            </a:custGeom>
            <a:solidFill>
              <a:schemeClr val="bg2">
                <a:lumMod val="50000"/>
                <a:lumOff val="50000"/>
                <a:alpha val="40000"/>
              </a:schemeClr>
            </a:solidFill>
            <a:ln>
              <a:noFill/>
            </a:ln>
            <a:effectLst>
              <a:softEdge rad="1905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nl-NL"/>
              </a:defPPr>
            </a:lstStyle>
            <a:p>
              <a:pPr algn="ctr" rtl="0"/>
              <a:endParaRPr lang="nl-NL" dirty="0">
                <a:solidFill>
                  <a:schemeClr val="tx1"/>
                </a:solidFill>
              </a:endParaRPr>
            </a:p>
          </p:txBody>
        </p:sp>
        <p:sp>
          <p:nvSpPr>
            <p:cNvPr id="37" name="Ovaal 36">
              <a:extLst>
                <a:ext uri="{FF2B5EF4-FFF2-40B4-BE49-F238E27FC236}">
                  <a16:creationId xmlns:a16="http://schemas.microsoft.com/office/drawing/2014/main" id="{4B089C8C-B82B-4704-88E2-E857A5E21529}"/>
                </a:ext>
              </a:extLst>
            </p:cNvPr>
            <p:cNvSpPr/>
            <p:nvPr/>
          </p:nvSpPr>
          <p:spPr>
            <a:xfrm rot="13500000" flipV="1">
              <a:off x="6040374" y="3601683"/>
              <a:ext cx="107098" cy="466589"/>
            </a:xfrm>
            <a:prstGeom prst="ellipse">
              <a:avLst/>
            </a:prstGeom>
            <a:solidFill>
              <a:schemeClr val="bg2">
                <a:lumMod val="90000"/>
                <a:lumOff val="10000"/>
              </a:schemeClr>
            </a:solidFill>
            <a:ln>
              <a:noFill/>
            </a:ln>
            <a:effectLst>
              <a:innerShdw blurRad="63500" dist="2540000">
                <a:schemeClr val="accent1">
                  <a:lumMod val="60000"/>
                  <a:lumOff val="40000"/>
                  <a:alpha val="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nl-NL"/>
              </a:defPPr>
            </a:lstStyle>
            <a:p>
              <a:pPr algn="ctr" rtl="0"/>
              <a:endParaRPr lang="nl-NL" dirty="0"/>
            </a:p>
          </p:txBody>
        </p:sp>
        <p:sp>
          <p:nvSpPr>
            <p:cNvPr id="38" name="Ovaal 37">
              <a:extLst>
                <a:ext uri="{FF2B5EF4-FFF2-40B4-BE49-F238E27FC236}">
                  <a16:creationId xmlns:a16="http://schemas.microsoft.com/office/drawing/2014/main" id="{434B90C8-5B4D-456E-AD99-80EF748FDD72}"/>
                </a:ext>
              </a:extLst>
            </p:cNvPr>
            <p:cNvSpPr/>
            <p:nvPr/>
          </p:nvSpPr>
          <p:spPr>
            <a:xfrm rot="13500000" flipV="1">
              <a:off x="5059348" y="4582709"/>
              <a:ext cx="107098" cy="466589"/>
            </a:xfrm>
            <a:prstGeom prst="ellipse">
              <a:avLst/>
            </a:prstGeom>
            <a:solidFill>
              <a:schemeClr val="bg2">
                <a:lumMod val="90000"/>
                <a:lumOff val="10000"/>
              </a:schemeClr>
            </a:solidFill>
            <a:ln>
              <a:noFill/>
            </a:ln>
            <a:effectLst>
              <a:innerShdw blurRad="63500" dist="2540000">
                <a:schemeClr val="accent1">
                  <a:lumMod val="60000"/>
                  <a:lumOff val="40000"/>
                  <a:alpha val="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nl-NL"/>
              </a:defPPr>
            </a:lstStyle>
            <a:p>
              <a:pPr algn="ctr" rtl="0"/>
              <a:endParaRPr lang="nl-NL" dirty="0"/>
            </a:p>
          </p:txBody>
        </p:sp>
      </p:grpSp>
    </p:spTree>
    <p:extLst>
      <p:ext uri="{BB962C8B-B14F-4D97-AF65-F5344CB8AC3E}">
        <p14:creationId xmlns:p14="http://schemas.microsoft.com/office/powerpoint/2010/main" val="34123629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Title and Content (Single line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796322" y="408820"/>
            <a:ext cx="8935507" cy="949467"/>
          </a:xfrm>
        </p:spPr>
        <p:txBody>
          <a:bodyPr anchor="b">
            <a:normAutofit/>
          </a:bodyPr>
          <a:lstStyle>
            <a:lvl1pPr algn="l">
              <a:lnSpc>
                <a:spcPct val="90000"/>
              </a:lnSpc>
              <a:defRPr sz="3600" spc="100" baseline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Add title here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40D7E9A-1E17-C6A0-31A6-F6F620FF9E84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796322" y="1986061"/>
            <a:ext cx="5797550" cy="4015244"/>
          </a:xfrm>
        </p:spPr>
        <p:txBody>
          <a:bodyPr>
            <a:norm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4F200699-2797-D741-1EC1-B83FCA4B1977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 flipH="1">
            <a:off x="7163691" y="0"/>
            <a:ext cx="5024825" cy="6858000"/>
          </a:xfrm>
          <a:custGeom>
            <a:avLst/>
            <a:gdLst>
              <a:gd name="connsiteX0" fmla="*/ 0 w 6064250"/>
              <a:gd name="connsiteY0" fmla="*/ 0 h 6877051"/>
              <a:gd name="connsiteX1" fmla="*/ 6064250 w 6064250"/>
              <a:gd name="connsiteY1" fmla="*/ 0 h 6877051"/>
              <a:gd name="connsiteX2" fmla="*/ 6064250 w 6064250"/>
              <a:gd name="connsiteY2" fmla="*/ 6877051 h 6877051"/>
              <a:gd name="connsiteX3" fmla="*/ 0 w 6064250"/>
              <a:gd name="connsiteY3" fmla="*/ 6877051 h 6877051"/>
              <a:gd name="connsiteX4" fmla="*/ 0 w 6064250"/>
              <a:gd name="connsiteY4" fmla="*/ 0 h 6877051"/>
              <a:gd name="connsiteX0" fmla="*/ 0 w 6064250"/>
              <a:gd name="connsiteY0" fmla="*/ 0 h 6877051"/>
              <a:gd name="connsiteX1" fmla="*/ 5840730 w 6064250"/>
              <a:gd name="connsiteY1" fmla="*/ 0 h 6877051"/>
              <a:gd name="connsiteX2" fmla="*/ 6064250 w 6064250"/>
              <a:gd name="connsiteY2" fmla="*/ 6877051 h 6877051"/>
              <a:gd name="connsiteX3" fmla="*/ 0 w 6064250"/>
              <a:gd name="connsiteY3" fmla="*/ 6877051 h 6877051"/>
              <a:gd name="connsiteX4" fmla="*/ 0 w 6064250"/>
              <a:gd name="connsiteY4" fmla="*/ 0 h 6877051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4028621 w 5840730"/>
              <a:gd name="connsiteY2" fmla="*/ 6887937 h 6887937"/>
              <a:gd name="connsiteX3" fmla="*/ 0 w 5840730"/>
              <a:gd name="connsiteY3" fmla="*/ 6877051 h 6887937"/>
              <a:gd name="connsiteX4" fmla="*/ 0 w 5840730"/>
              <a:gd name="connsiteY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028621 w 5840730"/>
              <a:gd name="connsiteY3" fmla="*/ 6887937 h 6887937"/>
              <a:gd name="connsiteX4" fmla="*/ 0 w 5840730"/>
              <a:gd name="connsiteY4" fmla="*/ 6877051 h 6887937"/>
              <a:gd name="connsiteX5" fmla="*/ 0 w 5840730"/>
              <a:gd name="connsiteY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991100 w 5840730"/>
              <a:gd name="connsiteY3" fmla="*/ 3134055 h 6887937"/>
              <a:gd name="connsiteX4" fmla="*/ 4028621 w 5840730"/>
              <a:gd name="connsiteY4" fmla="*/ 6887937 h 6887937"/>
              <a:gd name="connsiteX5" fmla="*/ 0 w 5840730"/>
              <a:gd name="connsiteY5" fmla="*/ 6877051 h 6887937"/>
              <a:gd name="connsiteX6" fmla="*/ 0 w 5840730"/>
              <a:gd name="connsiteY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991100 w 5840730"/>
              <a:gd name="connsiteY3" fmla="*/ 3134055 h 6887937"/>
              <a:gd name="connsiteX4" fmla="*/ 4785360 w 5840730"/>
              <a:gd name="connsiteY4" fmla="*/ 3926535 h 6887937"/>
              <a:gd name="connsiteX5" fmla="*/ 4028621 w 5840730"/>
              <a:gd name="connsiteY5" fmla="*/ 6887937 h 6887937"/>
              <a:gd name="connsiteX6" fmla="*/ 0 w 5840730"/>
              <a:gd name="connsiteY6" fmla="*/ 6877051 h 6887937"/>
              <a:gd name="connsiteX7" fmla="*/ 0 w 5840730"/>
              <a:gd name="connsiteY7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991100 w 5840730"/>
              <a:gd name="connsiteY3" fmla="*/ 3134055 h 6887937"/>
              <a:gd name="connsiteX4" fmla="*/ 4922520 w 5840730"/>
              <a:gd name="connsiteY4" fmla="*/ 3415995 h 6887937"/>
              <a:gd name="connsiteX5" fmla="*/ 4785360 w 5840730"/>
              <a:gd name="connsiteY5" fmla="*/ 3926535 h 6887937"/>
              <a:gd name="connsiteX6" fmla="*/ 4028621 w 5840730"/>
              <a:gd name="connsiteY6" fmla="*/ 6887937 h 6887937"/>
              <a:gd name="connsiteX7" fmla="*/ 0 w 5840730"/>
              <a:gd name="connsiteY7" fmla="*/ 6877051 h 6887937"/>
              <a:gd name="connsiteX8" fmla="*/ 0 w 5840730"/>
              <a:gd name="connsiteY8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22520 w 5840730"/>
              <a:gd name="connsiteY4" fmla="*/ 3415995 h 6887937"/>
              <a:gd name="connsiteX5" fmla="*/ 4785360 w 5840730"/>
              <a:gd name="connsiteY5" fmla="*/ 3926535 h 6887937"/>
              <a:gd name="connsiteX6" fmla="*/ 4028621 w 5840730"/>
              <a:gd name="connsiteY6" fmla="*/ 6887937 h 6887937"/>
              <a:gd name="connsiteX7" fmla="*/ 0 w 5840730"/>
              <a:gd name="connsiteY7" fmla="*/ 6877051 h 6887937"/>
              <a:gd name="connsiteX8" fmla="*/ 0 w 5840730"/>
              <a:gd name="connsiteY8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922520 w 5840730"/>
              <a:gd name="connsiteY5" fmla="*/ 3415995 h 6887937"/>
              <a:gd name="connsiteX6" fmla="*/ 4785360 w 5840730"/>
              <a:gd name="connsiteY6" fmla="*/ 3926535 h 6887937"/>
              <a:gd name="connsiteX7" fmla="*/ 4028621 w 5840730"/>
              <a:gd name="connsiteY7" fmla="*/ 6887937 h 6887937"/>
              <a:gd name="connsiteX8" fmla="*/ 0 w 5840730"/>
              <a:gd name="connsiteY8" fmla="*/ 6877051 h 6887937"/>
              <a:gd name="connsiteX9" fmla="*/ 0 w 5840730"/>
              <a:gd name="connsiteY9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655820 w 5840730"/>
              <a:gd name="connsiteY5" fmla="*/ 1770075 h 6887937"/>
              <a:gd name="connsiteX6" fmla="*/ 4922520 w 5840730"/>
              <a:gd name="connsiteY6" fmla="*/ 3415995 h 6887937"/>
              <a:gd name="connsiteX7" fmla="*/ 4785360 w 5840730"/>
              <a:gd name="connsiteY7" fmla="*/ 3926535 h 6887937"/>
              <a:gd name="connsiteX8" fmla="*/ 4028621 w 5840730"/>
              <a:gd name="connsiteY8" fmla="*/ 6887937 h 6887937"/>
              <a:gd name="connsiteX9" fmla="*/ 0 w 5840730"/>
              <a:gd name="connsiteY9" fmla="*/ 6877051 h 6887937"/>
              <a:gd name="connsiteX10" fmla="*/ 0 w 5840730"/>
              <a:gd name="connsiteY10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655820 w 5840730"/>
              <a:gd name="connsiteY5" fmla="*/ 1770075 h 6887937"/>
              <a:gd name="connsiteX6" fmla="*/ 3901440 w 5840730"/>
              <a:gd name="connsiteY6" fmla="*/ 4696155 h 6887937"/>
              <a:gd name="connsiteX7" fmla="*/ 4922520 w 5840730"/>
              <a:gd name="connsiteY7" fmla="*/ 3415995 h 6887937"/>
              <a:gd name="connsiteX8" fmla="*/ 4785360 w 5840730"/>
              <a:gd name="connsiteY8" fmla="*/ 3926535 h 6887937"/>
              <a:gd name="connsiteX9" fmla="*/ 4028621 w 5840730"/>
              <a:gd name="connsiteY9" fmla="*/ 6887937 h 6887937"/>
              <a:gd name="connsiteX10" fmla="*/ 0 w 5840730"/>
              <a:gd name="connsiteY10" fmla="*/ 6877051 h 6887937"/>
              <a:gd name="connsiteX11" fmla="*/ 0 w 5840730"/>
              <a:gd name="connsiteY11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655820 w 5840730"/>
              <a:gd name="connsiteY5" fmla="*/ 1770075 h 6887937"/>
              <a:gd name="connsiteX6" fmla="*/ 3901440 w 5840730"/>
              <a:gd name="connsiteY6" fmla="*/ 4696155 h 6887937"/>
              <a:gd name="connsiteX7" fmla="*/ 4457700 w 5840730"/>
              <a:gd name="connsiteY7" fmla="*/ 3842715 h 6887937"/>
              <a:gd name="connsiteX8" fmla="*/ 4785360 w 5840730"/>
              <a:gd name="connsiteY8" fmla="*/ 3926535 h 6887937"/>
              <a:gd name="connsiteX9" fmla="*/ 4028621 w 5840730"/>
              <a:gd name="connsiteY9" fmla="*/ 6887937 h 6887937"/>
              <a:gd name="connsiteX10" fmla="*/ 0 w 5840730"/>
              <a:gd name="connsiteY10" fmla="*/ 6877051 h 6887937"/>
              <a:gd name="connsiteX11" fmla="*/ 0 w 5840730"/>
              <a:gd name="connsiteY11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655820 w 5840730"/>
              <a:gd name="connsiteY5" fmla="*/ 1770075 h 6887937"/>
              <a:gd name="connsiteX6" fmla="*/ 3901440 w 5840730"/>
              <a:gd name="connsiteY6" fmla="*/ 4696155 h 6887937"/>
              <a:gd name="connsiteX7" fmla="*/ 4213860 w 5840730"/>
              <a:gd name="connsiteY7" fmla="*/ 4757115 h 6887937"/>
              <a:gd name="connsiteX8" fmla="*/ 4457700 w 5840730"/>
              <a:gd name="connsiteY8" fmla="*/ 3842715 h 6887937"/>
              <a:gd name="connsiteX9" fmla="*/ 4785360 w 5840730"/>
              <a:gd name="connsiteY9" fmla="*/ 3926535 h 6887937"/>
              <a:gd name="connsiteX10" fmla="*/ 4028621 w 5840730"/>
              <a:gd name="connsiteY10" fmla="*/ 6887937 h 6887937"/>
              <a:gd name="connsiteX11" fmla="*/ 0 w 5840730"/>
              <a:gd name="connsiteY11" fmla="*/ 6877051 h 6887937"/>
              <a:gd name="connsiteX12" fmla="*/ 0 w 5840730"/>
              <a:gd name="connsiteY12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937760 w 5840730"/>
              <a:gd name="connsiteY5" fmla="*/ 16100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95850 w 5840730"/>
              <a:gd name="connsiteY5" fmla="*/ 160243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95850 w 5840730"/>
              <a:gd name="connsiteY5" fmla="*/ 160243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95850 w 5840730"/>
              <a:gd name="connsiteY5" fmla="*/ 160243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94910 w 5840730"/>
              <a:gd name="connsiteY4" fmla="*/ 185770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94910 w 5840730"/>
              <a:gd name="connsiteY4" fmla="*/ 185770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94910 w 5840730"/>
              <a:gd name="connsiteY4" fmla="*/ 185770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94910 w 5840730"/>
              <a:gd name="connsiteY4" fmla="*/ 185770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94910 w 5840730"/>
              <a:gd name="connsiteY4" fmla="*/ 185770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79670 w 5840730"/>
              <a:gd name="connsiteY4" fmla="*/ 186532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56810 w 5840730"/>
              <a:gd name="connsiteY4" fmla="*/ 186532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79670 w 5840730"/>
              <a:gd name="connsiteY4" fmla="*/ 184627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79670 w 5840730"/>
              <a:gd name="connsiteY4" fmla="*/ 184627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79670 w 5840730"/>
              <a:gd name="connsiteY4" fmla="*/ 184627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79670 w 5840730"/>
              <a:gd name="connsiteY4" fmla="*/ 184627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79670 w 5840730"/>
              <a:gd name="connsiteY4" fmla="*/ 184627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79670 w 5840730"/>
              <a:gd name="connsiteY4" fmla="*/ 184627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933950 w 5840730"/>
              <a:gd name="connsiteY3" fmla="*/ 273781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61560 w 5840730"/>
              <a:gd name="connsiteY3" fmla="*/ 294355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42510 w 5840730"/>
              <a:gd name="connsiteY3" fmla="*/ 301975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560570 w 5840730"/>
              <a:gd name="connsiteY11" fmla="*/ 412084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09160 w 5840730"/>
              <a:gd name="connsiteY11" fmla="*/ 363316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893820 w 5840730"/>
              <a:gd name="connsiteY8" fmla="*/ 468853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893820 w 5840730"/>
              <a:gd name="connsiteY8" fmla="*/ 468853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893820 w 5840730"/>
              <a:gd name="connsiteY8" fmla="*/ 468853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655820 w 5840730"/>
              <a:gd name="connsiteY6" fmla="*/ 1770075 h 6887937"/>
              <a:gd name="connsiteX7" fmla="*/ 3893820 w 5840730"/>
              <a:gd name="connsiteY7" fmla="*/ 4688535 h 6887937"/>
              <a:gd name="connsiteX8" fmla="*/ 3992880 w 5840730"/>
              <a:gd name="connsiteY8" fmla="*/ 490570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3893820 w 5840730"/>
              <a:gd name="connsiteY6" fmla="*/ 4688535 h 6887937"/>
              <a:gd name="connsiteX7" fmla="*/ 3992880 w 5840730"/>
              <a:gd name="connsiteY7" fmla="*/ 490570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686300 w 5840730"/>
              <a:gd name="connsiteY10" fmla="*/ 371317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3893820 w 5840730"/>
              <a:gd name="connsiteY5" fmla="*/ 4688535 h 6887937"/>
              <a:gd name="connsiteX6" fmla="*/ 3992880 w 5840730"/>
              <a:gd name="connsiteY6" fmla="*/ 4905705 h 6887937"/>
              <a:gd name="connsiteX7" fmla="*/ 4213860 w 5840730"/>
              <a:gd name="connsiteY7" fmla="*/ 4757115 h 6887937"/>
              <a:gd name="connsiteX8" fmla="*/ 4457700 w 5840730"/>
              <a:gd name="connsiteY8" fmla="*/ 3842715 h 6887937"/>
              <a:gd name="connsiteX9" fmla="*/ 4686300 w 5840730"/>
              <a:gd name="connsiteY9" fmla="*/ 371317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3893820 w 5840730"/>
              <a:gd name="connsiteY4" fmla="*/ 4688535 h 6887937"/>
              <a:gd name="connsiteX5" fmla="*/ 3992880 w 5840730"/>
              <a:gd name="connsiteY5" fmla="*/ 4905705 h 6887937"/>
              <a:gd name="connsiteX6" fmla="*/ 4213860 w 5840730"/>
              <a:gd name="connsiteY6" fmla="*/ 4757115 h 6887937"/>
              <a:gd name="connsiteX7" fmla="*/ 4457700 w 5840730"/>
              <a:gd name="connsiteY7" fmla="*/ 3842715 h 6887937"/>
              <a:gd name="connsiteX8" fmla="*/ 4686300 w 5840730"/>
              <a:gd name="connsiteY8" fmla="*/ 3713175 h 6887937"/>
              <a:gd name="connsiteX9" fmla="*/ 4785360 w 5840730"/>
              <a:gd name="connsiteY9" fmla="*/ 3926535 h 6887937"/>
              <a:gd name="connsiteX10" fmla="*/ 4028621 w 5840730"/>
              <a:gd name="connsiteY10" fmla="*/ 6887937 h 6887937"/>
              <a:gd name="connsiteX11" fmla="*/ 0 w 5840730"/>
              <a:gd name="connsiteY11" fmla="*/ 6877051 h 6887937"/>
              <a:gd name="connsiteX12" fmla="*/ 0 w 5840730"/>
              <a:gd name="connsiteY12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3893820 w 5840730"/>
              <a:gd name="connsiteY3" fmla="*/ 4688535 h 6887937"/>
              <a:gd name="connsiteX4" fmla="*/ 3992880 w 5840730"/>
              <a:gd name="connsiteY4" fmla="*/ 4905705 h 6887937"/>
              <a:gd name="connsiteX5" fmla="*/ 4213860 w 5840730"/>
              <a:gd name="connsiteY5" fmla="*/ 4757115 h 6887937"/>
              <a:gd name="connsiteX6" fmla="*/ 4457700 w 5840730"/>
              <a:gd name="connsiteY6" fmla="*/ 3842715 h 6887937"/>
              <a:gd name="connsiteX7" fmla="*/ 4686300 w 5840730"/>
              <a:gd name="connsiteY7" fmla="*/ 3713175 h 6887937"/>
              <a:gd name="connsiteX8" fmla="*/ 4785360 w 5840730"/>
              <a:gd name="connsiteY8" fmla="*/ 3926535 h 6887937"/>
              <a:gd name="connsiteX9" fmla="*/ 4028621 w 5840730"/>
              <a:gd name="connsiteY9" fmla="*/ 6887937 h 6887937"/>
              <a:gd name="connsiteX10" fmla="*/ 0 w 5840730"/>
              <a:gd name="connsiteY10" fmla="*/ 6877051 h 6887937"/>
              <a:gd name="connsiteX11" fmla="*/ 0 w 5840730"/>
              <a:gd name="connsiteY11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3893820 w 5840730"/>
              <a:gd name="connsiteY2" fmla="*/ 4688535 h 6887937"/>
              <a:gd name="connsiteX3" fmla="*/ 3992880 w 5840730"/>
              <a:gd name="connsiteY3" fmla="*/ 4905705 h 6887937"/>
              <a:gd name="connsiteX4" fmla="*/ 4213860 w 5840730"/>
              <a:gd name="connsiteY4" fmla="*/ 4757115 h 6887937"/>
              <a:gd name="connsiteX5" fmla="*/ 4457700 w 5840730"/>
              <a:gd name="connsiteY5" fmla="*/ 3842715 h 6887937"/>
              <a:gd name="connsiteX6" fmla="*/ 4686300 w 5840730"/>
              <a:gd name="connsiteY6" fmla="*/ 3713175 h 6887937"/>
              <a:gd name="connsiteX7" fmla="*/ 4785360 w 5840730"/>
              <a:gd name="connsiteY7" fmla="*/ 3926535 h 6887937"/>
              <a:gd name="connsiteX8" fmla="*/ 4028621 w 5840730"/>
              <a:gd name="connsiteY8" fmla="*/ 6887937 h 6887937"/>
              <a:gd name="connsiteX9" fmla="*/ 0 w 5840730"/>
              <a:gd name="connsiteY9" fmla="*/ 6877051 h 6887937"/>
              <a:gd name="connsiteX10" fmla="*/ 0 w 5840730"/>
              <a:gd name="connsiteY10" fmla="*/ 0 h 6887937"/>
              <a:gd name="connsiteX0" fmla="*/ 0 w 4790753"/>
              <a:gd name="connsiteY0" fmla="*/ 0 h 6887937"/>
              <a:gd name="connsiteX1" fmla="*/ 2674743 w 4790753"/>
              <a:gd name="connsiteY1" fmla="*/ 49345 h 6887937"/>
              <a:gd name="connsiteX2" fmla="*/ 3893820 w 4790753"/>
              <a:gd name="connsiteY2" fmla="*/ 4688535 h 6887937"/>
              <a:gd name="connsiteX3" fmla="*/ 3992880 w 4790753"/>
              <a:gd name="connsiteY3" fmla="*/ 4905705 h 6887937"/>
              <a:gd name="connsiteX4" fmla="*/ 4213860 w 4790753"/>
              <a:gd name="connsiteY4" fmla="*/ 4757115 h 6887937"/>
              <a:gd name="connsiteX5" fmla="*/ 4457700 w 4790753"/>
              <a:gd name="connsiteY5" fmla="*/ 3842715 h 6887937"/>
              <a:gd name="connsiteX6" fmla="*/ 4686300 w 4790753"/>
              <a:gd name="connsiteY6" fmla="*/ 3713175 h 6887937"/>
              <a:gd name="connsiteX7" fmla="*/ 4785360 w 4790753"/>
              <a:gd name="connsiteY7" fmla="*/ 3926535 h 6887937"/>
              <a:gd name="connsiteX8" fmla="*/ 4028621 w 4790753"/>
              <a:gd name="connsiteY8" fmla="*/ 6887937 h 6887937"/>
              <a:gd name="connsiteX9" fmla="*/ 0 w 4790753"/>
              <a:gd name="connsiteY9" fmla="*/ 6877051 h 6887937"/>
              <a:gd name="connsiteX10" fmla="*/ 0 w 4790753"/>
              <a:gd name="connsiteY10" fmla="*/ 0 h 6887937"/>
              <a:gd name="connsiteX0" fmla="*/ 0 w 4790753"/>
              <a:gd name="connsiteY0" fmla="*/ 0 h 6887937"/>
              <a:gd name="connsiteX1" fmla="*/ 2497763 w 4790753"/>
              <a:gd name="connsiteY1" fmla="*/ 0 h 6887937"/>
              <a:gd name="connsiteX2" fmla="*/ 3893820 w 4790753"/>
              <a:gd name="connsiteY2" fmla="*/ 4688535 h 6887937"/>
              <a:gd name="connsiteX3" fmla="*/ 3992880 w 4790753"/>
              <a:gd name="connsiteY3" fmla="*/ 4905705 h 6887937"/>
              <a:gd name="connsiteX4" fmla="*/ 4213860 w 4790753"/>
              <a:gd name="connsiteY4" fmla="*/ 4757115 h 6887937"/>
              <a:gd name="connsiteX5" fmla="*/ 4457700 w 4790753"/>
              <a:gd name="connsiteY5" fmla="*/ 3842715 h 6887937"/>
              <a:gd name="connsiteX6" fmla="*/ 4686300 w 4790753"/>
              <a:gd name="connsiteY6" fmla="*/ 3713175 h 6887937"/>
              <a:gd name="connsiteX7" fmla="*/ 4785360 w 4790753"/>
              <a:gd name="connsiteY7" fmla="*/ 3926535 h 6887937"/>
              <a:gd name="connsiteX8" fmla="*/ 4028621 w 4790753"/>
              <a:gd name="connsiteY8" fmla="*/ 6887937 h 6887937"/>
              <a:gd name="connsiteX9" fmla="*/ 0 w 4790753"/>
              <a:gd name="connsiteY9" fmla="*/ 6877051 h 6887937"/>
              <a:gd name="connsiteX10" fmla="*/ 0 w 4790753"/>
              <a:gd name="connsiteY10" fmla="*/ 0 h 6887937"/>
              <a:gd name="connsiteX0" fmla="*/ 0 w 4790753"/>
              <a:gd name="connsiteY0" fmla="*/ 0 h 6887937"/>
              <a:gd name="connsiteX1" fmla="*/ 2497763 w 4790753"/>
              <a:gd name="connsiteY1" fmla="*/ 0 h 6887937"/>
              <a:gd name="connsiteX2" fmla="*/ 3490698 w 4790753"/>
              <a:gd name="connsiteY2" fmla="*/ 3504252 h 6887937"/>
              <a:gd name="connsiteX3" fmla="*/ 3992880 w 4790753"/>
              <a:gd name="connsiteY3" fmla="*/ 4905705 h 6887937"/>
              <a:gd name="connsiteX4" fmla="*/ 4213860 w 4790753"/>
              <a:gd name="connsiteY4" fmla="*/ 4757115 h 6887937"/>
              <a:gd name="connsiteX5" fmla="*/ 4457700 w 4790753"/>
              <a:gd name="connsiteY5" fmla="*/ 3842715 h 6887937"/>
              <a:gd name="connsiteX6" fmla="*/ 4686300 w 4790753"/>
              <a:gd name="connsiteY6" fmla="*/ 3713175 h 6887937"/>
              <a:gd name="connsiteX7" fmla="*/ 4785360 w 4790753"/>
              <a:gd name="connsiteY7" fmla="*/ 3926535 h 6887937"/>
              <a:gd name="connsiteX8" fmla="*/ 4028621 w 4790753"/>
              <a:gd name="connsiteY8" fmla="*/ 6887937 h 6887937"/>
              <a:gd name="connsiteX9" fmla="*/ 0 w 4790753"/>
              <a:gd name="connsiteY9" fmla="*/ 6877051 h 6887937"/>
              <a:gd name="connsiteX10" fmla="*/ 0 w 4790753"/>
              <a:gd name="connsiteY10" fmla="*/ 0 h 6887937"/>
              <a:gd name="connsiteX0" fmla="*/ 0 w 4790753"/>
              <a:gd name="connsiteY0" fmla="*/ 0 h 6887937"/>
              <a:gd name="connsiteX1" fmla="*/ 2310950 w 4790753"/>
              <a:gd name="connsiteY1" fmla="*/ 0 h 6887937"/>
              <a:gd name="connsiteX2" fmla="*/ 3490698 w 4790753"/>
              <a:gd name="connsiteY2" fmla="*/ 3504252 h 6887937"/>
              <a:gd name="connsiteX3" fmla="*/ 3992880 w 4790753"/>
              <a:gd name="connsiteY3" fmla="*/ 4905705 h 6887937"/>
              <a:gd name="connsiteX4" fmla="*/ 4213860 w 4790753"/>
              <a:gd name="connsiteY4" fmla="*/ 4757115 h 6887937"/>
              <a:gd name="connsiteX5" fmla="*/ 4457700 w 4790753"/>
              <a:gd name="connsiteY5" fmla="*/ 3842715 h 6887937"/>
              <a:gd name="connsiteX6" fmla="*/ 4686300 w 4790753"/>
              <a:gd name="connsiteY6" fmla="*/ 3713175 h 6887937"/>
              <a:gd name="connsiteX7" fmla="*/ 4785360 w 4790753"/>
              <a:gd name="connsiteY7" fmla="*/ 3926535 h 6887937"/>
              <a:gd name="connsiteX8" fmla="*/ 4028621 w 4790753"/>
              <a:gd name="connsiteY8" fmla="*/ 6887937 h 6887937"/>
              <a:gd name="connsiteX9" fmla="*/ 0 w 4790753"/>
              <a:gd name="connsiteY9" fmla="*/ 6877051 h 6887937"/>
              <a:gd name="connsiteX10" fmla="*/ 0 w 4790753"/>
              <a:gd name="connsiteY10" fmla="*/ 0 h 6887937"/>
              <a:gd name="connsiteX0" fmla="*/ 0 w 4790753"/>
              <a:gd name="connsiteY0" fmla="*/ 0 h 6887937"/>
              <a:gd name="connsiteX1" fmla="*/ 2487931 w 4790753"/>
              <a:gd name="connsiteY1" fmla="*/ 0 h 6887937"/>
              <a:gd name="connsiteX2" fmla="*/ 3490698 w 4790753"/>
              <a:gd name="connsiteY2" fmla="*/ 3504252 h 6887937"/>
              <a:gd name="connsiteX3" fmla="*/ 3992880 w 4790753"/>
              <a:gd name="connsiteY3" fmla="*/ 4905705 h 6887937"/>
              <a:gd name="connsiteX4" fmla="*/ 4213860 w 4790753"/>
              <a:gd name="connsiteY4" fmla="*/ 4757115 h 6887937"/>
              <a:gd name="connsiteX5" fmla="*/ 4457700 w 4790753"/>
              <a:gd name="connsiteY5" fmla="*/ 3842715 h 6887937"/>
              <a:gd name="connsiteX6" fmla="*/ 4686300 w 4790753"/>
              <a:gd name="connsiteY6" fmla="*/ 3713175 h 6887937"/>
              <a:gd name="connsiteX7" fmla="*/ 4785360 w 4790753"/>
              <a:gd name="connsiteY7" fmla="*/ 3926535 h 6887937"/>
              <a:gd name="connsiteX8" fmla="*/ 4028621 w 4790753"/>
              <a:gd name="connsiteY8" fmla="*/ 6887937 h 6887937"/>
              <a:gd name="connsiteX9" fmla="*/ 0 w 4790753"/>
              <a:gd name="connsiteY9" fmla="*/ 6877051 h 6887937"/>
              <a:gd name="connsiteX10" fmla="*/ 0 w 4790753"/>
              <a:gd name="connsiteY10" fmla="*/ 0 h 6887937"/>
              <a:gd name="connsiteX0" fmla="*/ 0 w 4790753"/>
              <a:gd name="connsiteY0" fmla="*/ 0 h 6887937"/>
              <a:gd name="connsiteX1" fmla="*/ 2487931 w 4790753"/>
              <a:gd name="connsiteY1" fmla="*/ 0 h 6887937"/>
              <a:gd name="connsiteX2" fmla="*/ 3412040 w 4790753"/>
              <a:gd name="connsiteY2" fmla="*/ 3464777 h 6887937"/>
              <a:gd name="connsiteX3" fmla="*/ 3992880 w 4790753"/>
              <a:gd name="connsiteY3" fmla="*/ 4905705 h 6887937"/>
              <a:gd name="connsiteX4" fmla="*/ 4213860 w 4790753"/>
              <a:gd name="connsiteY4" fmla="*/ 4757115 h 6887937"/>
              <a:gd name="connsiteX5" fmla="*/ 4457700 w 4790753"/>
              <a:gd name="connsiteY5" fmla="*/ 3842715 h 6887937"/>
              <a:gd name="connsiteX6" fmla="*/ 4686300 w 4790753"/>
              <a:gd name="connsiteY6" fmla="*/ 3713175 h 6887937"/>
              <a:gd name="connsiteX7" fmla="*/ 4785360 w 4790753"/>
              <a:gd name="connsiteY7" fmla="*/ 3926535 h 6887937"/>
              <a:gd name="connsiteX8" fmla="*/ 4028621 w 4790753"/>
              <a:gd name="connsiteY8" fmla="*/ 6887937 h 6887937"/>
              <a:gd name="connsiteX9" fmla="*/ 0 w 4790753"/>
              <a:gd name="connsiteY9" fmla="*/ 6877051 h 6887937"/>
              <a:gd name="connsiteX10" fmla="*/ 0 w 4790753"/>
              <a:gd name="connsiteY10" fmla="*/ 0 h 6887937"/>
              <a:gd name="connsiteX0" fmla="*/ 0 w 4790753"/>
              <a:gd name="connsiteY0" fmla="*/ 0 h 6887937"/>
              <a:gd name="connsiteX1" fmla="*/ 2487931 w 4790753"/>
              <a:gd name="connsiteY1" fmla="*/ 0 h 6887937"/>
              <a:gd name="connsiteX2" fmla="*/ 3244891 w 4790753"/>
              <a:gd name="connsiteY2" fmla="*/ 3464778 h 6887937"/>
              <a:gd name="connsiteX3" fmla="*/ 3992880 w 4790753"/>
              <a:gd name="connsiteY3" fmla="*/ 4905705 h 6887937"/>
              <a:gd name="connsiteX4" fmla="*/ 4213860 w 4790753"/>
              <a:gd name="connsiteY4" fmla="*/ 4757115 h 6887937"/>
              <a:gd name="connsiteX5" fmla="*/ 4457700 w 4790753"/>
              <a:gd name="connsiteY5" fmla="*/ 3842715 h 6887937"/>
              <a:gd name="connsiteX6" fmla="*/ 4686300 w 4790753"/>
              <a:gd name="connsiteY6" fmla="*/ 3713175 h 6887937"/>
              <a:gd name="connsiteX7" fmla="*/ 4785360 w 4790753"/>
              <a:gd name="connsiteY7" fmla="*/ 3926535 h 6887937"/>
              <a:gd name="connsiteX8" fmla="*/ 4028621 w 4790753"/>
              <a:gd name="connsiteY8" fmla="*/ 6887937 h 6887937"/>
              <a:gd name="connsiteX9" fmla="*/ 0 w 4790753"/>
              <a:gd name="connsiteY9" fmla="*/ 6877051 h 6887937"/>
              <a:gd name="connsiteX10" fmla="*/ 0 w 4790753"/>
              <a:gd name="connsiteY10" fmla="*/ 0 h 6887937"/>
              <a:gd name="connsiteX0" fmla="*/ 0 w 4790753"/>
              <a:gd name="connsiteY0" fmla="*/ 0 h 6887937"/>
              <a:gd name="connsiteX1" fmla="*/ 2487931 w 4790753"/>
              <a:gd name="connsiteY1" fmla="*/ 0 h 6887937"/>
              <a:gd name="connsiteX2" fmla="*/ 3392375 w 4790753"/>
              <a:gd name="connsiteY2" fmla="*/ 3464779 h 6887937"/>
              <a:gd name="connsiteX3" fmla="*/ 3992880 w 4790753"/>
              <a:gd name="connsiteY3" fmla="*/ 4905705 h 6887937"/>
              <a:gd name="connsiteX4" fmla="*/ 4213860 w 4790753"/>
              <a:gd name="connsiteY4" fmla="*/ 4757115 h 6887937"/>
              <a:gd name="connsiteX5" fmla="*/ 4457700 w 4790753"/>
              <a:gd name="connsiteY5" fmla="*/ 3842715 h 6887937"/>
              <a:gd name="connsiteX6" fmla="*/ 4686300 w 4790753"/>
              <a:gd name="connsiteY6" fmla="*/ 3713175 h 6887937"/>
              <a:gd name="connsiteX7" fmla="*/ 4785360 w 4790753"/>
              <a:gd name="connsiteY7" fmla="*/ 3926535 h 6887937"/>
              <a:gd name="connsiteX8" fmla="*/ 4028621 w 4790753"/>
              <a:gd name="connsiteY8" fmla="*/ 6887937 h 6887937"/>
              <a:gd name="connsiteX9" fmla="*/ 0 w 4790753"/>
              <a:gd name="connsiteY9" fmla="*/ 6877051 h 6887937"/>
              <a:gd name="connsiteX10" fmla="*/ 0 w 4790753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392375 w 5110169"/>
              <a:gd name="connsiteY2" fmla="*/ 3464779 h 6887937"/>
              <a:gd name="connsiteX3" fmla="*/ 3992880 w 5110169"/>
              <a:gd name="connsiteY3" fmla="*/ 4905705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766000 w 5110169"/>
              <a:gd name="connsiteY2" fmla="*/ 4629324 h 6887937"/>
              <a:gd name="connsiteX3" fmla="*/ 3992880 w 5110169"/>
              <a:gd name="connsiteY3" fmla="*/ 4905705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716839 w 5110169"/>
              <a:gd name="connsiteY2" fmla="*/ 4550372 h 6887937"/>
              <a:gd name="connsiteX3" fmla="*/ 3992880 w 5110169"/>
              <a:gd name="connsiteY3" fmla="*/ 4905705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589019 w 5110169"/>
              <a:gd name="connsiteY2" fmla="*/ 4510896 h 6887937"/>
              <a:gd name="connsiteX3" fmla="*/ 3992880 w 5110169"/>
              <a:gd name="connsiteY3" fmla="*/ 4905705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677510 w 5110169"/>
              <a:gd name="connsiteY2" fmla="*/ 4510896 h 6887937"/>
              <a:gd name="connsiteX3" fmla="*/ 3992880 w 5110169"/>
              <a:gd name="connsiteY3" fmla="*/ 4905705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677510 w 5110169"/>
              <a:gd name="connsiteY2" fmla="*/ 4510896 h 6887937"/>
              <a:gd name="connsiteX3" fmla="*/ 3992880 w 5110169"/>
              <a:gd name="connsiteY3" fmla="*/ 4905705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677510 w 5110169"/>
              <a:gd name="connsiteY2" fmla="*/ 4510896 h 6887937"/>
              <a:gd name="connsiteX3" fmla="*/ 3953550 w 5110169"/>
              <a:gd name="connsiteY3" fmla="*/ 5034002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677510 w 5110169"/>
              <a:gd name="connsiteY2" fmla="*/ 4510896 h 6887937"/>
              <a:gd name="connsiteX3" fmla="*/ 3953550 w 5110169"/>
              <a:gd name="connsiteY3" fmla="*/ 5300466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677510 w 5110169"/>
              <a:gd name="connsiteY2" fmla="*/ 4510896 h 6887937"/>
              <a:gd name="connsiteX3" fmla="*/ 4042040 w 5110169"/>
              <a:gd name="connsiteY3" fmla="*/ 5566930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677510 w 5110169"/>
              <a:gd name="connsiteY2" fmla="*/ 4510896 h 6887937"/>
              <a:gd name="connsiteX3" fmla="*/ 4032208 w 5110169"/>
              <a:gd name="connsiteY3" fmla="*/ 5379419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805329 w 5110169"/>
              <a:gd name="connsiteY2" fmla="*/ 4974740 h 6887937"/>
              <a:gd name="connsiteX3" fmla="*/ 4032208 w 5110169"/>
              <a:gd name="connsiteY3" fmla="*/ 5379419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775832 w 5110169"/>
              <a:gd name="connsiteY2" fmla="*/ 5033954 h 6887937"/>
              <a:gd name="connsiteX3" fmla="*/ 4032208 w 5110169"/>
              <a:gd name="connsiteY3" fmla="*/ 5379419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834825 w 5110169"/>
              <a:gd name="connsiteY2" fmla="*/ 5142514 h 6887937"/>
              <a:gd name="connsiteX3" fmla="*/ 4032208 w 5110169"/>
              <a:gd name="connsiteY3" fmla="*/ 5379419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834825 w 5110169"/>
              <a:gd name="connsiteY2" fmla="*/ 5142514 h 6887937"/>
              <a:gd name="connsiteX3" fmla="*/ 4074118 w 5110169"/>
              <a:gd name="connsiteY3" fmla="*/ 5314407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834825 w 5110169"/>
              <a:gd name="connsiteY2" fmla="*/ 5142514 h 6887937"/>
              <a:gd name="connsiteX3" fmla="*/ 4074118 w 5110169"/>
              <a:gd name="connsiteY3" fmla="*/ 5314407 h 6887937"/>
              <a:gd name="connsiteX4" fmla="*/ 4168140 w 5110169"/>
              <a:gd name="connsiteY4" fmla="*/ 5055407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834825 w 5110169"/>
              <a:gd name="connsiteY2" fmla="*/ 5142514 h 6887937"/>
              <a:gd name="connsiteX3" fmla="*/ 4074118 w 5110169"/>
              <a:gd name="connsiteY3" fmla="*/ 5314407 h 6887937"/>
              <a:gd name="connsiteX4" fmla="*/ 4168140 w 5110169"/>
              <a:gd name="connsiteY4" fmla="*/ 5055407 h 6887937"/>
              <a:gd name="connsiteX5" fmla="*/ 3935730 w 5110169"/>
              <a:gd name="connsiteY5" fmla="*/ 417542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834825 w 5110169"/>
              <a:gd name="connsiteY2" fmla="*/ 5142514 h 6887937"/>
              <a:gd name="connsiteX3" fmla="*/ 4074118 w 5110169"/>
              <a:gd name="connsiteY3" fmla="*/ 5314407 h 6887937"/>
              <a:gd name="connsiteX4" fmla="*/ 4168140 w 5110169"/>
              <a:gd name="connsiteY4" fmla="*/ 5055407 h 6887937"/>
              <a:gd name="connsiteX5" fmla="*/ 3935730 w 5110169"/>
              <a:gd name="connsiteY5" fmla="*/ 4175425 h 6887937"/>
              <a:gd name="connsiteX6" fmla="*/ 4061460 w 5110169"/>
              <a:gd name="connsiteY6" fmla="*/ 3931157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834825 w 5110169"/>
              <a:gd name="connsiteY2" fmla="*/ 5142514 h 6887937"/>
              <a:gd name="connsiteX3" fmla="*/ 4074118 w 5110169"/>
              <a:gd name="connsiteY3" fmla="*/ 5314407 h 6887937"/>
              <a:gd name="connsiteX4" fmla="*/ 4168140 w 5110169"/>
              <a:gd name="connsiteY4" fmla="*/ 5055407 h 6887937"/>
              <a:gd name="connsiteX5" fmla="*/ 3935730 w 5110169"/>
              <a:gd name="connsiteY5" fmla="*/ 4175425 h 6887937"/>
              <a:gd name="connsiteX6" fmla="*/ 4061460 w 5110169"/>
              <a:gd name="connsiteY6" fmla="*/ 3931157 h 6887937"/>
              <a:gd name="connsiteX7" fmla="*/ 4198620 w 5110169"/>
              <a:gd name="connsiteY7" fmla="*/ 4133044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834825 w 5110169"/>
              <a:gd name="connsiteY2" fmla="*/ 5142514 h 6887937"/>
              <a:gd name="connsiteX3" fmla="*/ 4074118 w 5110169"/>
              <a:gd name="connsiteY3" fmla="*/ 5314407 h 6887937"/>
              <a:gd name="connsiteX4" fmla="*/ 4168140 w 5110169"/>
              <a:gd name="connsiteY4" fmla="*/ 5055407 h 6887937"/>
              <a:gd name="connsiteX5" fmla="*/ 3935730 w 5110169"/>
              <a:gd name="connsiteY5" fmla="*/ 4175425 h 6887937"/>
              <a:gd name="connsiteX6" fmla="*/ 4061460 w 5110169"/>
              <a:gd name="connsiteY6" fmla="*/ 3931157 h 6887937"/>
              <a:gd name="connsiteX7" fmla="*/ 4251960 w 5110169"/>
              <a:gd name="connsiteY7" fmla="*/ 4071856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030921"/>
              <a:gd name="connsiteY0" fmla="*/ 0 h 6877051"/>
              <a:gd name="connsiteX1" fmla="*/ 2487931 w 5030921"/>
              <a:gd name="connsiteY1" fmla="*/ 0 h 6877051"/>
              <a:gd name="connsiteX2" fmla="*/ 3834825 w 5030921"/>
              <a:gd name="connsiteY2" fmla="*/ 5142514 h 6877051"/>
              <a:gd name="connsiteX3" fmla="*/ 4074118 w 5030921"/>
              <a:gd name="connsiteY3" fmla="*/ 5314407 h 6877051"/>
              <a:gd name="connsiteX4" fmla="*/ 4168140 w 5030921"/>
              <a:gd name="connsiteY4" fmla="*/ 5055407 h 6877051"/>
              <a:gd name="connsiteX5" fmla="*/ 3935730 w 5030921"/>
              <a:gd name="connsiteY5" fmla="*/ 4175425 h 6877051"/>
              <a:gd name="connsiteX6" fmla="*/ 4061460 w 5030921"/>
              <a:gd name="connsiteY6" fmla="*/ 3931157 h 6877051"/>
              <a:gd name="connsiteX7" fmla="*/ 4251960 w 5030921"/>
              <a:gd name="connsiteY7" fmla="*/ 4071856 h 6877051"/>
              <a:gd name="connsiteX8" fmla="*/ 5030921 w 5030921"/>
              <a:gd name="connsiteY8" fmla="*/ 6875699 h 6877051"/>
              <a:gd name="connsiteX9" fmla="*/ 0 w 5030921"/>
              <a:gd name="connsiteY9" fmla="*/ 6877051 h 6877051"/>
              <a:gd name="connsiteX10" fmla="*/ 0 w 5030921"/>
              <a:gd name="connsiteY10" fmla="*/ 0 h 6877051"/>
              <a:gd name="connsiteX0" fmla="*/ 0 w 4963865"/>
              <a:gd name="connsiteY0" fmla="*/ 0 h 6877051"/>
              <a:gd name="connsiteX1" fmla="*/ 2487931 w 4963865"/>
              <a:gd name="connsiteY1" fmla="*/ 0 h 6877051"/>
              <a:gd name="connsiteX2" fmla="*/ 3834825 w 4963865"/>
              <a:gd name="connsiteY2" fmla="*/ 5142514 h 6877051"/>
              <a:gd name="connsiteX3" fmla="*/ 4074118 w 4963865"/>
              <a:gd name="connsiteY3" fmla="*/ 5314407 h 6877051"/>
              <a:gd name="connsiteX4" fmla="*/ 4168140 w 4963865"/>
              <a:gd name="connsiteY4" fmla="*/ 5055407 h 6877051"/>
              <a:gd name="connsiteX5" fmla="*/ 3935730 w 4963865"/>
              <a:gd name="connsiteY5" fmla="*/ 4175425 h 6877051"/>
              <a:gd name="connsiteX6" fmla="*/ 4061460 w 4963865"/>
              <a:gd name="connsiteY6" fmla="*/ 3931157 h 6877051"/>
              <a:gd name="connsiteX7" fmla="*/ 4251960 w 4963865"/>
              <a:gd name="connsiteY7" fmla="*/ 4071856 h 6877051"/>
              <a:gd name="connsiteX8" fmla="*/ 4963865 w 4963865"/>
              <a:gd name="connsiteY8" fmla="*/ 6875699 h 6877051"/>
              <a:gd name="connsiteX9" fmla="*/ 0 w 4963865"/>
              <a:gd name="connsiteY9" fmla="*/ 6877051 h 6877051"/>
              <a:gd name="connsiteX10" fmla="*/ 0 w 4963865"/>
              <a:gd name="connsiteY10" fmla="*/ 0 h 6877051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31157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31157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31157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31157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31157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9198 w 5024825"/>
              <a:gd name="connsiteY3" fmla="*/ 5441882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9198 w 5024825"/>
              <a:gd name="connsiteY3" fmla="*/ 5441882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9198 w 5024825"/>
              <a:gd name="connsiteY3" fmla="*/ 5441882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487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487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487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487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487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487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487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487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487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5024825" h="6881818">
                <a:moveTo>
                  <a:pt x="0" y="0"/>
                </a:moveTo>
                <a:lnTo>
                  <a:pt x="2487931" y="0"/>
                </a:lnTo>
                <a:lnTo>
                  <a:pt x="3834825" y="5142514"/>
                </a:lnTo>
                <a:cubicBezTo>
                  <a:pt x="3851116" y="5182666"/>
                  <a:pt x="3878538" y="5351369"/>
                  <a:pt x="4048718" y="5314407"/>
                </a:cubicBezTo>
                <a:cubicBezTo>
                  <a:pt x="4218898" y="5277445"/>
                  <a:pt x="4184015" y="5205230"/>
                  <a:pt x="4168140" y="5055407"/>
                </a:cubicBezTo>
                <a:lnTo>
                  <a:pt x="3935730" y="4175425"/>
                </a:lnTo>
                <a:cubicBezTo>
                  <a:pt x="3924300" y="4083966"/>
                  <a:pt x="3902710" y="3989870"/>
                  <a:pt x="4061460" y="3941355"/>
                </a:cubicBezTo>
                <a:cubicBezTo>
                  <a:pt x="4194810" y="3923207"/>
                  <a:pt x="4213860" y="4007005"/>
                  <a:pt x="4251960" y="4071856"/>
                </a:cubicBezTo>
                <a:lnTo>
                  <a:pt x="5024825" y="6881818"/>
                </a:lnTo>
                <a:lnTo>
                  <a:pt x="0" y="6877051"/>
                </a:lnTo>
                <a:lnTo>
                  <a:pt x="0" y="0"/>
                </a:lnTo>
                <a:close/>
              </a:path>
            </a:pathLst>
          </a:custGeom>
          <a:solidFill>
            <a:schemeClr val="bg2"/>
          </a:solidFill>
        </p:spPr>
        <p:txBody>
          <a:bodyPr anchor="ctr"/>
          <a:lstStyle>
            <a:lvl1pPr algn="ctr">
              <a:defRPr baseline="-25000"/>
            </a:lvl1pPr>
          </a:lstStyle>
          <a:p>
            <a:endParaRPr lang="en-US" dirty="0"/>
          </a:p>
        </p:txBody>
      </p:sp>
      <p:sp>
        <p:nvSpPr>
          <p:cNvPr id="24" name="Footer Placeholder 8">
            <a:extLst>
              <a:ext uri="{FF2B5EF4-FFF2-40B4-BE49-F238E27FC236}">
                <a16:creationId xmlns:a16="http://schemas.microsoft.com/office/drawing/2014/main" id="{28D89004-F984-BB7D-2489-E7EC5512980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24241" y="6290774"/>
            <a:ext cx="6637071" cy="365125"/>
          </a:xfrm>
          <a:prstGeom prst="rect">
            <a:avLst/>
          </a:prstGeom>
        </p:spPr>
        <p:txBody>
          <a:bodyPr/>
          <a:lstStyle>
            <a:lvl1pPr>
              <a:defRPr sz="1100" b="0" i="0" cap="all" baseline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 dirty="0"/>
              <a:t>Add footer here</a:t>
            </a:r>
          </a:p>
        </p:txBody>
      </p:sp>
      <p:sp>
        <p:nvSpPr>
          <p:cNvPr id="21" name="Slide Number Placeholder 9">
            <a:extLst>
              <a:ext uri="{FF2B5EF4-FFF2-40B4-BE49-F238E27FC236}">
                <a16:creationId xmlns:a16="http://schemas.microsoft.com/office/drawing/2014/main" id="{E2790754-E9EF-9F79-825B-5AB348DFA62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768546" y="6290774"/>
            <a:ext cx="617912" cy="365125"/>
          </a:xfrm>
          <a:prstGeom prst="rect">
            <a:avLst/>
          </a:prstGeom>
        </p:spPr>
        <p:txBody>
          <a:bodyPr/>
          <a:lstStyle>
            <a:lvl1pPr algn="r">
              <a:defRPr sz="1100" b="0" i="0">
                <a:solidFill>
                  <a:schemeClr val="tx1"/>
                </a:solidFill>
                <a:latin typeface="+mn-lt"/>
              </a:defRPr>
            </a:lvl1pPr>
          </a:lstStyle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699679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titel 1">
            <a:extLst>
              <a:ext uri="{FF2B5EF4-FFF2-40B4-BE49-F238E27FC236}">
                <a16:creationId xmlns:a16="http://schemas.microsoft.com/office/drawing/2014/main" id="{A8028302-E866-455D-8898-5362302754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3" y="550800"/>
            <a:ext cx="11090275" cy="1333057"/>
          </a:xfrm>
          <a:prstGeom prst="rect">
            <a:avLst/>
          </a:prstGeom>
        </p:spPr>
        <p:txBody>
          <a:bodyPr vert="horz" wrap="square" lIns="0" tIns="0" rIns="0" bIns="0" rtlCol="0" anchor="t" anchorCtr="0">
            <a:normAutofit/>
          </a:bodyPr>
          <a:lstStyle>
            <a:defPPr>
              <a:defRPr lang="nl-NL"/>
            </a:defPPr>
          </a:lstStyle>
          <a:p>
            <a:pPr lvl="0" rtl="0">
              <a:lnSpc>
                <a:spcPct val="100000"/>
              </a:lnSpc>
            </a:pPr>
            <a:r>
              <a:rPr lang="nl-NL"/>
              <a:t>Klik om de titelstijl van het model te bewerken</a:t>
            </a:r>
            <a:endParaRPr lang="nl-NL" dirty="0"/>
          </a:p>
        </p:txBody>
      </p:sp>
      <p:sp>
        <p:nvSpPr>
          <p:cNvPr id="3" name="Tijdelijke aanduiding voor tekst 2">
            <a:extLst>
              <a:ext uri="{FF2B5EF4-FFF2-40B4-BE49-F238E27FC236}">
                <a16:creationId xmlns:a16="http://schemas.microsoft.com/office/drawing/2014/main" id="{BC94E72B-F0CF-4BC4-B509-A1C4508BE43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50863" y="2113862"/>
            <a:ext cx="11091600" cy="3978963"/>
          </a:xfrm>
          <a:prstGeom prst="rect">
            <a:avLst/>
          </a:prstGeom>
        </p:spPr>
        <p:txBody>
          <a:bodyPr vert="horz" wrap="square" lIns="0" tIns="0" rIns="0" bIns="0" rtlCol="0">
            <a:normAutofit/>
          </a:bodyPr>
          <a:lstStyle>
            <a:defPPr>
              <a:defRPr lang="nl-NL"/>
            </a:defPPr>
          </a:lstStyle>
          <a:p>
            <a:pPr lvl="0" rtl="0"/>
            <a:r>
              <a:rPr lang="nl-NL"/>
              <a:t>Klik om de tekststijlen van het model te bewerken</a:t>
            </a:r>
          </a:p>
          <a:p>
            <a:pPr lvl="1" rtl="0"/>
            <a:r>
              <a:rPr lang="nl-NL"/>
              <a:t>Tweede niveau</a:t>
            </a:r>
          </a:p>
          <a:p>
            <a:pPr lvl="2" rtl="0"/>
            <a:r>
              <a:rPr lang="nl-NL"/>
              <a:t>Derde niveau</a:t>
            </a:r>
          </a:p>
          <a:p>
            <a:pPr lvl="3" rtl="0"/>
            <a:r>
              <a:rPr lang="nl-NL"/>
              <a:t>Vierde niveau</a:t>
            </a:r>
          </a:p>
          <a:p>
            <a:pPr lvl="4" rtl="0"/>
            <a:r>
              <a:rPr lang="nl-NL"/>
              <a:t>Vijfde niveau</a:t>
            </a:r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34ACE49D-C22F-4540-AC09-E421D2A2EDB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50863" y="6507212"/>
            <a:ext cx="2628900" cy="153888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l">
              <a:defRPr lang="nl-NL" sz="1000">
                <a:solidFill>
                  <a:schemeClr val="tx1">
                    <a:alpha val="80000"/>
                  </a:schemeClr>
                </a:solidFill>
              </a:defRPr>
            </a:lvl1pPr>
          </a:lstStyle>
          <a:p>
            <a:pPr rtl="0"/>
            <a:r>
              <a:rPr lang="nl-NL"/>
              <a:t>20XX</a:t>
            </a:r>
            <a:endParaRPr lang="nl-NL" dirty="0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ACD5C3BE-317E-49E8-82B5-C8A7EC9C8A7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359150" y="6507212"/>
            <a:ext cx="6379210" cy="153888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l">
              <a:defRPr lang="nl-NL" sz="1000">
                <a:solidFill>
                  <a:schemeClr val="tx1">
                    <a:alpha val="80000"/>
                  </a:schemeClr>
                </a:solidFill>
              </a:defRPr>
            </a:lvl1pPr>
          </a:lstStyle>
          <a:p>
            <a:pPr rtl="0"/>
            <a:endParaRPr lang="nl-NL" dirty="0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45574E12-6C16-431F-B2CE-E4B15916BA0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948863" y="6507212"/>
            <a:ext cx="1692274" cy="153888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r">
              <a:defRPr lang="nl-NL" sz="1000">
                <a:solidFill>
                  <a:schemeClr val="tx1">
                    <a:alpha val="80000"/>
                  </a:schemeClr>
                </a:solidFill>
              </a:defRPr>
            </a:lvl1pPr>
          </a:lstStyle>
          <a:p>
            <a:pPr rtl="0"/>
            <a:fld id="{DBA1B0FB-D917-4C8C-928F-313BD683BF39}" type="slidenum">
              <a:rPr lang="nl-NL" smtClean="0"/>
              <a:pPr rtl="0"/>
              <a:t>‹#›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2521255718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90" r:id="rId1"/>
    <p:sldLayoutId id="2147483691" r:id="rId2"/>
    <p:sldLayoutId id="2147483696" r:id="rId3"/>
    <p:sldLayoutId id="2147483697" r:id="rId4"/>
    <p:sldLayoutId id="2147483703" r:id="rId5"/>
    <p:sldLayoutId id="2147483704" r:id="rId6"/>
    <p:sldLayoutId id="2147483688" r:id="rId7"/>
    <p:sldLayoutId id="2147483686" r:id="rId8"/>
    <p:sldLayoutId id="2147483685" r:id="rId9"/>
    <p:sldLayoutId id="2147483705" r:id="rId10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lang="nl-NL" sz="4800" kern="1200" dirty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spcAft>
          <a:spcPts val="800"/>
        </a:spcAft>
        <a:buFont typeface="Arial" panose="020B0604020202020204" pitchFamily="34" charset="0"/>
        <a:buChar char="•"/>
        <a:defRPr lang="nl-NL"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500"/>
        </a:spcBef>
        <a:spcAft>
          <a:spcPts val="800"/>
        </a:spcAft>
        <a:buFont typeface="Arial" panose="020B0604020202020204" pitchFamily="34" charset="0"/>
        <a:buChar char="•"/>
        <a:defRPr lang="nl-NL"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500"/>
        </a:spcBef>
        <a:spcAft>
          <a:spcPts val="800"/>
        </a:spcAft>
        <a:buFont typeface="Arial" panose="020B0604020202020204" pitchFamily="34" charset="0"/>
        <a:buChar char="•"/>
        <a:defRPr lang="nl-NL"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500"/>
        </a:spcBef>
        <a:spcAft>
          <a:spcPts val="800"/>
        </a:spcAft>
        <a:buFont typeface="Arial" panose="020B0604020202020204" pitchFamily="34" charset="0"/>
        <a:buChar char="•"/>
        <a:defRPr lang="nl-NL"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500"/>
        </a:spcBef>
        <a:spcAft>
          <a:spcPts val="800"/>
        </a:spcAft>
        <a:buFont typeface="Arial" panose="020B0604020202020204" pitchFamily="34" charset="0"/>
        <a:buChar char="•"/>
        <a:defRPr lang="nl-NL"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nl-NL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nl-NL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nl-NL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nl-NL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nl-NL"/>
      </a:defPPr>
      <a:lvl1pPr marL="0" algn="l" defTabSz="914400" rtl="0" eaLnBrk="1" latinLnBrk="0" hangingPunct="1">
        <a:defRPr lang="nl-NL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lang="nl-NL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lang="nl-NL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lang="nl-NL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lang="nl-NL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lang="nl-NL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lang="nl-NL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lang="nl-NL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lang="nl-NL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2" pos="3840">
          <p15:clr>
            <a:srgbClr val="F26B43"/>
          </p15:clr>
        </p15:guide>
        <p15:guide id="33" orient="horz" pos="2160">
          <p15:clr>
            <a:srgbClr val="F26B43"/>
          </p15:clr>
        </p15:guide>
        <p15:guide id="34" pos="347">
          <p15:clr>
            <a:srgbClr val="F26B43"/>
          </p15:clr>
        </p15:guide>
        <p15:guide id="35" pos="7333">
          <p15:clr>
            <a:srgbClr val="F26B43"/>
          </p15:clr>
        </p15:guide>
        <p15:guide id="36" orient="horz" pos="346">
          <p15:clr>
            <a:srgbClr val="F26B43"/>
          </p15:clr>
        </p15:guide>
        <p15:guide id="37" orient="horz" pos="3974">
          <p15:clr>
            <a:srgbClr val="F26B43"/>
          </p15:clr>
        </p15:guide>
        <p15:guide id="38" pos="824">
          <p15:clr>
            <a:srgbClr val="A4A3A4"/>
          </p15:clr>
        </p15:guide>
        <p15:guide id="39" pos="937">
          <p15:clr>
            <a:srgbClr val="A4A3A4"/>
          </p15:clr>
        </p15:guide>
        <p15:guide id="40" pos="1413">
          <p15:clr>
            <a:srgbClr val="A4A3A4"/>
          </p15:clr>
        </p15:guide>
        <p15:guide id="41" pos="1527">
          <p15:clr>
            <a:srgbClr val="A4A3A4"/>
          </p15:clr>
        </p15:guide>
        <p15:guide id="42" pos="2003">
          <p15:clr>
            <a:srgbClr val="A4A3A4"/>
          </p15:clr>
        </p15:guide>
        <p15:guide id="43" pos="2116">
          <p15:clr>
            <a:srgbClr val="A4A3A4"/>
          </p15:clr>
        </p15:guide>
        <p15:guide id="44" pos="2593">
          <p15:clr>
            <a:srgbClr val="A4A3A4"/>
          </p15:clr>
        </p15:guide>
        <p15:guide id="45" pos="2706">
          <p15:clr>
            <a:srgbClr val="A4A3A4"/>
          </p15:clr>
        </p15:guide>
        <p15:guide id="46" pos="3182">
          <p15:clr>
            <a:srgbClr val="A4A3A4"/>
          </p15:clr>
        </p15:guide>
        <p15:guide id="47" pos="3318">
          <p15:clr>
            <a:srgbClr val="A4A3A4"/>
          </p15:clr>
        </p15:guide>
        <p15:guide id="48" pos="3772">
          <p15:clr>
            <a:srgbClr val="A4A3A4"/>
          </p15:clr>
        </p15:guide>
        <p15:guide id="49" pos="3908">
          <p15:clr>
            <a:srgbClr val="A4A3A4"/>
          </p15:clr>
        </p15:guide>
        <p15:guide id="50" pos="4362">
          <p15:clr>
            <a:srgbClr val="A4A3A4"/>
          </p15:clr>
        </p15:guide>
        <p15:guide id="51" pos="4498">
          <p15:clr>
            <a:srgbClr val="A4A3A4"/>
          </p15:clr>
        </p15:guide>
        <p15:guide id="52" pos="4951">
          <p15:clr>
            <a:srgbClr val="A4A3A4"/>
          </p15:clr>
        </p15:guide>
        <p15:guide id="53" pos="5087">
          <p15:clr>
            <a:srgbClr val="A4A3A4"/>
          </p15:clr>
        </p15:guide>
        <p15:guide id="54" pos="5541">
          <p15:clr>
            <a:srgbClr val="A4A3A4"/>
          </p15:clr>
        </p15:guide>
        <p15:guide id="55" pos="5677">
          <p15:clr>
            <a:srgbClr val="A4A3A4"/>
          </p15:clr>
        </p15:guide>
        <p15:guide id="56" pos="6153">
          <p15:clr>
            <a:srgbClr val="A4A3A4"/>
          </p15:clr>
        </p15:guide>
        <p15:guide id="57" pos="6267">
          <p15:clr>
            <a:srgbClr val="A4A3A4"/>
          </p15:clr>
        </p15:guide>
        <p15:guide id="58" pos="6743">
          <p15:clr>
            <a:srgbClr val="A4A3A4"/>
          </p15:clr>
        </p15:guide>
        <p15:guide id="59" pos="6856">
          <p15:clr>
            <a:srgbClr val="A4A3A4"/>
          </p15:clr>
        </p15:guide>
        <p15:guide id="60" orient="horz" pos="3838">
          <p15:clr>
            <a:srgbClr val="A4A3A4"/>
          </p15:clr>
        </p15:guide>
        <p15:guide id="61" orient="horz" pos="2092">
          <p15:clr>
            <a:srgbClr val="A4A3A4"/>
          </p15:clr>
        </p15:guide>
        <p15:guide id="62" orient="horz" pos="2228">
          <p15:clr>
            <a:srgbClr val="A4A3A4"/>
          </p15:clr>
        </p15:guide>
        <p15:guide id="63" orient="horz" pos="845">
          <p15:clr>
            <a:srgbClr val="A4A3A4"/>
          </p15:clr>
        </p15:guide>
        <p15:guide id="64" orient="horz" pos="958">
          <p15:clr>
            <a:srgbClr val="A4A3A4"/>
          </p15:clr>
        </p15:guide>
        <p15:guide id="65" orient="horz" pos="1480">
          <p15:clr>
            <a:srgbClr val="A4A3A4"/>
          </p15:clr>
        </p15:guide>
        <p15:guide id="66" orient="horz" pos="1593">
          <p15:clr>
            <a:srgbClr val="A4A3A4"/>
          </p15:clr>
        </p15:guide>
        <p15:guide id="67" orient="horz" pos="2727">
          <p15:clr>
            <a:srgbClr val="A4A3A4"/>
          </p15:clr>
        </p15:guide>
        <p15:guide id="68" orient="horz" pos="2840">
          <p15:clr>
            <a:srgbClr val="A4A3A4"/>
          </p15:clr>
        </p15:guide>
        <p15:guide id="69" orient="horz" pos="3339">
          <p15:clr>
            <a:srgbClr val="A4A3A4"/>
          </p15:clr>
        </p15:guide>
        <p15:guide id="70" orient="horz" pos="3475">
          <p15:clr>
            <a:srgbClr val="A4A3A4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jpeg"/><Relationship Id="rId3" Type="http://schemas.openxmlformats.org/officeDocument/2006/relationships/image" Target="../media/image3.jpeg"/><Relationship Id="rId7" Type="http://schemas.openxmlformats.org/officeDocument/2006/relationships/image" Target="../media/image7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6.jpeg"/><Relationship Id="rId11" Type="http://schemas.openxmlformats.org/officeDocument/2006/relationships/image" Target="../media/image11.jpeg"/><Relationship Id="rId5" Type="http://schemas.openxmlformats.org/officeDocument/2006/relationships/image" Target="../media/image5.jpeg"/><Relationship Id="rId10" Type="http://schemas.openxmlformats.org/officeDocument/2006/relationships/image" Target="../media/image10.jpeg"/><Relationship Id="rId4" Type="http://schemas.openxmlformats.org/officeDocument/2006/relationships/image" Target="../media/image4.jpeg"/><Relationship Id="rId9" Type="http://schemas.openxmlformats.org/officeDocument/2006/relationships/image" Target="../media/image9.jpe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el 3">
            <a:extLst>
              <a:ext uri="{FF2B5EF4-FFF2-40B4-BE49-F238E27FC236}">
                <a16:creationId xmlns:a16="http://schemas.microsoft.com/office/drawing/2014/main" id="{10047101-8D42-6100-9CEA-AEC0FAEAB6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18020" y="662937"/>
            <a:ext cx="4624442" cy="5542025"/>
          </a:xfrm>
          <a:noFill/>
        </p:spPr>
        <p:txBody>
          <a:bodyPr rtlCol="0" anchor="ctr">
            <a:noAutofit/>
          </a:bodyPr>
          <a:lstStyle>
            <a:defPPr>
              <a:defRPr lang="nl-NL"/>
            </a:defPPr>
          </a:lstStyle>
          <a:p>
            <a:r>
              <a:rPr lang="nl-NL" dirty="0" err="1"/>
              <a:t>Hexagonal</a:t>
            </a:r>
            <a:r>
              <a:rPr lang="nl-NL" dirty="0"/>
              <a:t>* Architecture**</a:t>
            </a:r>
            <a:br>
              <a:rPr lang="nl-NL" dirty="0"/>
            </a:br>
            <a:r>
              <a:rPr lang="nl-NL" dirty="0"/>
              <a:t>***</a:t>
            </a:r>
            <a:br>
              <a:rPr lang="nl-NL" dirty="0"/>
            </a:br>
            <a:br>
              <a:rPr lang="nl-NL" dirty="0"/>
            </a:br>
            <a:br>
              <a:rPr lang="nl-NL" sz="2400" dirty="0"/>
            </a:br>
            <a:r>
              <a:rPr lang="nl-NL" sz="2400" dirty="0"/>
              <a:t>*    or </a:t>
            </a:r>
            <a:r>
              <a:rPr lang="nl-NL" sz="2400" dirty="0" err="1"/>
              <a:t>ports</a:t>
            </a:r>
            <a:r>
              <a:rPr lang="nl-NL" sz="2400" dirty="0"/>
              <a:t> </a:t>
            </a:r>
            <a:r>
              <a:rPr lang="nl-NL" sz="2400" dirty="0" err="1"/>
              <a:t>and</a:t>
            </a:r>
            <a:r>
              <a:rPr lang="nl-NL" sz="2400" dirty="0"/>
              <a:t> adapters</a:t>
            </a:r>
            <a:br>
              <a:rPr lang="nl-NL" dirty="0"/>
            </a:br>
            <a:r>
              <a:rPr lang="nl-NL" sz="2400" dirty="0"/>
              <a:t>**  </a:t>
            </a:r>
            <a:r>
              <a:rPr lang="nl-NL" sz="900" dirty="0"/>
              <a:t> </a:t>
            </a:r>
            <a:r>
              <a:rPr lang="nl-NL" sz="2400" dirty="0"/>
              <a:t>or design </a:t>
            </a:r>
            <a:r>
              <a:rPr lang="nl-NL" sz="2400" dirty="0" err="1"/>
              <a:t>pattern</a:t>
            </a:r>
            <a:br>
              <a:rPr lang="nl-NL" sz="2400" dirty="0"/>
            </a:br>
            <a:r>
              <a:rPr lang="nl-NL" sz="2400" dirty="0"/>
              <a:t>*** or </a:t>
            </a:r>
            <a:r>
              <a:rPr lang="nl-NL" sz="2400" dirty="0" err="1"/>
              <a:t>maintainable</a:t>
            </a:r>
            <a:r>
              <a:rPr lang="nl-NL" sz="2400" dirty="0"/>
              <a:t> code</a:t>
            </a:r>
            <a:endParaRPr lang="nl-NL" dirty="0"/>
          </a:p>
        </p:txBody>
      </p:sp>
      <p:pic>
        <p:nvPicPr>
          <p:cNvPr id="8" name="Tijdelijke aanduiding voor afbeelding 13" descr="Digitale achtergrond van gegevenspunten">
            <a:extLst>
              <a:ext uri="{FF2B5EF4-FFF2-40B4-BE49-F238E27FC236}">
                <a16:creationId xmlns:a16="http://schemas.microsoft.com/office/drawing/2014/main" id="{53227D59-33F9-9DDB-1C5C-A938A989EE51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936" r="7936"/>
          <a:stretch/>
        </p:blipFill>
        <p:spPr>
          <a:xfrm>
            <a:off x="0" y="0"/>
            <a:ext cx="6267450" cy="6858000"/>
          </a:xfrm>
        </p:spPr>
      </p:pic>
    </p:spTree>
    <p:extLst>
      <p:ext uri="{BB962C8B-B14F-4D97-AF65-F5344CB8AC3E}">
        <p14:creationId xmlns:p14="http://schemas.microsoft.com/office/powerpoint/2010/main" val="280309201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gradFill>
          <a:gsLst>
            <a:gs pos="0">
              <a:schemeClr val="accent6">
                <a:lumMod val="50000"/>
              </a:schemeClr>
            </a:gs>
            <a:gs pos="93000">
              <a:schemeClr val="accent6">
                <a:lumMod val="60000"/>
                <a:lumOff val="40000"/>
              </a:schemeClr>
            </a:gs>
            <a:gs pos="42000">
              <a:schemeClr val="accent6">
                <a:lumMod val="75000"/>
              </a:schemeClr>
            </a:gs>
            <a:gs pos="100000">
              <a:schemeClr val="bg2">
                <a:lumMod val="90000"/>
                <a:lumOff val="1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7" name="Title 1">
            <a:extLst>
              <a:ext uri="{FF2B5EF4-FFF2-40B4-BE49-F238E27FC236}">
                <a16:creationId xmlns:a16="http://schemas.microsoft.com/office/drawing/2014/main" id="{3ED142B4-5435-82E5-1509-93CA4CA90D8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50863" y="196900"/>
            <a:ext cx="4159160" cy="3155900"/>
          </a:xfrm>
        </p:spPr>
        <p:txBody>
          <a:bodyPr/>
          <a:lstStyle/>
          <a:p>
            <a:r>
              <a:rPr lang="en-US" dirty="0"/>
              <a:t>Randy Vroegop</a:t>
            </a:r>
          </a:p>
        </p:txBody>
      </p:sp>
      <p:sp>
        <p:nvSpPr>
          <p:cNvPr id="1039" name="Subtitle 2">
            <a:extLst>
              <a:ext uri="{FF2B5EF4-FFF2-40B4-BE49-F238E27FC236}">
                <a16:creationId xmlns:a16="http://schemas.microsoft.com/office/drawing/2014/main" id="{A9B1890E-2A1E-45D4-A718-14D160A8B03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47271" y="3505200"/>
            <a:ext cx="4159160" cy="2352356"/>
          </a:xfrm>
        </p:spPr>
        <p:txBody>
          <a:bodyPr/>
          <a:lstStyle/>
          <a:p>
            <a:r>
              <a:rPr lang="en-US" dirty="0"/>
              <a:t>Software Engineer</a:t>
            </a:r>
          </a:p>
        </p:txBody>
      </p:sp>
      <p:pic>
        <p:nvPicPr>
          <p:cNvPr id="1032" name="Picture 8" descr="Randy Vroegop">
            <a:extLst>
              <a:ext uri="{FF2B5EF4-FFF2-40B4-BE49-F238E27FC236}">
                <a16:creationId xmlns:a16="http://schemas.microsoft.com/office/drawing/2014/main" id="{7F52AA22-D016-A5F5-11F7-495AFD3F7F4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40286" y="499955"/>
            <a:ext cx="939319" cy="939319"/>
          </a:xfrm>
          <a:custGeom>
            <a:avLst/>
            <a:gdLst>
              <a:gd name="connsiteX0" fmla="*/ 2566194 w 5132388"/>
              <a:gd name="connsiteY0" fmla="*/ 0 h 5132388"/>
              <a:gd name="connsiteX1" fmla="*/ 5132388 w 5132388"/>
              <a:gd name="connsiteY1" fmla="*/ 2566194 h 5132388"/>
              <a:gd name="connsiteX2" fmla="*/ 2566194 w 5132388"/>
              <a:gd name="connsiteY2" fmla="*/ 5132388 h 5132388"/>
              <a:gd name="connsiteX3" fmla="*/ 0 w 5132388"/>
              <a:gd name="connsiteY3" fmla="*/ 2566194 h 5132388"/>
              <a:gd name="connsiteX4" fmla="*/ 2566194 w 5132388"/>
              <a:gd name="connsiteY4" fmla="*/ 0 h 51323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132388" h="5132388">
                <a:moveTo>
                  <a:pt x="2566194" y="0"/>
                </a:moveTo>
                <a:cubicBezTo>
                  <a:pt x="3983464" y="0"/>
                  <a:pt x="5132388" y="1148924"/>
                  <a:pt x="5132388" y="2566194"/>
                </a:cubicBezTo>
                <a:cubicBezTo>
                  <a:pt x="5132388" y="3983464"/>
                  <a:pt x="3983464" y="5132388"/>
                  <a:pt x="2566194" y="5132388"/>
                </a:cubicBezTo>
                <a:cubicBezTo>
                  <a:pt x="1148924" y="5132388"/>
                  <a:pt x="0" y="3983464"/>
                  <a:pt x="0" y="2566194"/>
                </a:cubicBezTo>
                <a:cubicBezTo>
                  <a:pt x="0" y="1148924"/>
                  <a:pt x="1148924" y="0"/>
                  <a:pt x="2566194" y="0"/>
                </a:cubicBezTo>
                <a:close/>
              </a:path>
            </a:pathLst>
          </a:custGeom>
          <a:solidFill>
            <a:srgbClr val="FFFFFF"/>
          </a:solidFill>
        </p:spPr>
      </p:pic>
      <p:pic>
        <p:nvPicPr>
          <p:cNvPr id="1034" name="Picture 10" descr="Logo van ING Nederland">
            <a:extLst>
              <a:ext uri="{FF2B5EF4-FFF2-40B4-BE49-F238E27FC236}">
                <a16:creationId xmlns:a16="http://schemas.microsoft.com/office/drawing/2014/main" id="{0A6F79FA-B4B0-A273-6BAC-AC9337DB9C7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19750" y="17114"/>
            <a:ext cx="952500" cy="952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6" name="Picture 12" descr="Logo van Hogeschool Rotterdam">
            <a:extLst>
              <a:ext uri="{FF2B5EF4-FFF2-40B4-BE49-F238E27FC236}">
                <a16:creationId xmlns:a16="http://schemas.microsoft.com/office/drawing/2014/main" id="{67A4561A-4BBF-C456-6596-D3CE08CB2C9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68118" y="738939"/>
            <a:ext cx="952500" cy="952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8" name="Picture 14" descr="Logo van Aegon Nederland">
            <a:extLst>
              <a:ext uri="{FF2B5EF4-FFF2-40B4-BE49-F238E27FC236}">
                <a16:creationId xmlns:a16="http://schemas.microsoft.com/office/drawing/2014/main" id="{5CAA19E6-C439-137D-2D15-FE2E7B5E323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19750" y="1439274"/>
            <a:ext cx="952500" cy="952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0" name="Picture 16" descr="Logo van BDR Thermea Group">
            <a:extLst>
              <a:ext uri="{FF2B5EF4-FFF2-40B4-BE49-F238E27FC236}">
                <a16:creationId xmlns:a16="http://schemas.microsoft.com/office/drawing/2014/main" id="{E53CBB62-36BF-D61E-2B73-5E3CED2C87E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68118" y="2233052"/>
            <a:ext cx="952500" cy="952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2" name="Picture 18" descr="Logo van Xedule">
            <a:extLst>
              <a:ext uri="{FF2B5EF4-FFF2-40B4-BE49-F238E27FC236}">
                <a16:creationId xmlns:a16="http://schemas.microsoft.com/office/drawing/2014/main" id="{9BECC32A-4A7C-4BD7-1E2D-4E1270650E8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19750" y="3028950"/>
            <a:ext cx="952500" cy="952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4" name="Picture 20" descr="Logo van Stichting Roparun">
            <a:extLst>
              <a:ext uri="{FF2B5EF4-FFF2-40B4-BE49-F238E27FC236}">
                <a16:creationId xmlns:a16="http://schemas.microsoft.com/office/drawing/2014/main" id="{9E51A973-3E93-3004-1C69-E49F5DED9F7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68118" y="3798971"/>
            <a:ext cx="952500" cy="952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6" name="Picture 22" descr="Logo van Ctac">
            <a:extLst>
              <a:ext uri="{FF2B5EF4-FFF2-40B4-BE49-F238E27FC236}">
                <a16:creationId xmlns:a16="http://schemas.microsoft.com/office/drawing/2014/main" id="{DA3D832B-12FA-245A-A751-06984A8B128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19750" y="4600192"/>
            <a:ext cx="952500" cy="952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8" name="Picture 24" descr="Logo van OHRA">
            <a:extLst>
              <a:ext uri="{FF2B5EF4-FFF2-40B4-BE49-F238E27FC236}">
                <a16:creationId xmlns:a16="http://schemas.microsoft.com/office/drawing/2014/main" id="{7A8C6454-49DF-B2F7-9D88-831A5B7A345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26007" y="5364890"/>
            <a:ext cx="952500" cy="952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50" name="Picture 26" descr="Logo van Konecranes">
            <a:extLst>
              <a:ext uri="{FF2B5EF4-FFF2-40B4-BE49-F238E27FC236}">
                <a16:creationId xmlns:a16="http://schemas.microsoft.com/office/drawing/2014/main" id="{6867F057-8A5D-CD50-A86A-9914A35D134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34814" y="6335629"/>
            <a:ext cx="522371" cy="5223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6873253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78EB0D-0EBF-10DE-8281-98B730D0B02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nl-NL" dirty="0" err="1"/>
              <a:t>Writing</a:t>
            </a:r>
            <a:r>
              <a:rPr lang="nl-NL" dirty="0"/>
              <a:t> </a:t>
            </a:r>
            <a:r>
              <a:rPr lang="nl-NL" dirty="0" err="1"/>
              <a:t>simple</a:t>
            </a:r>
            <a:r>
              <a:rPr lang="nl-NL" dirty="0"/>
              <a:t> code is hard.</a:t>
            </a:r>
          </a:p>
        </p:txBody>
      </p:sp>
    </p:spTree>
    <p:extLst>
      <p:ext uri="{BB962C8B-B14F-4D97-AF65-F5344CB8AC3E}">
        <p14:creationId xmlns:p14="http://schemas.microsoft.com/office/powerpoint/2010/main" val="373371716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 descr="A cartoon of two people&#10;&#10;AI-generated content may be incorrect.">
            <a:extLst>
              <a:ext uri="{FF2B5EF4-FFF2-40B4-BE49-F238E27FC236}">
                <a16:creationId xmlns:a16="http://schemas.microsoft.com/office/drawing/2014/main" id="{849AFD0B-D039-7995-CF2A-C63AD65BA19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21356" y="68263"/>
            <a:ext cx="11949288" cy="6721475"/>
          </a:xfrm>
          <a:prstGeom prst="rect">
            <a:avLst/>
          </a:prstGeom>
          <a:solidFill>
            <a:srgbClr val="FFFFFF"/>
          </a:solidFill>
        </p:spPr>
      </p:pic>
    </p:spTree>
    <p:extLst>
      <p:ext uri="{BB962C8B-B14F-4D97-AF65-F5344CB8AC3E}">
        <p14:creationId xmlns:p14="http://schemas.microsoft.com/office/powerpoint/2010/main" val="235769484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3">
            <a:extLst>
              <a:ext uri="{FF2B5EF4-FFF2-40B4-BE49-F238E27FC236}">
                <a16:creationId xmlns:a16="http://schemas.microsoft.com/office/drawing/2014/main" id="{23E1D6AC-9EAB-6487-D8DB-3082644E7D9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86397" y="1720840"/>
            <a:ext cx="5619206" cy="3416320"/>
          </a:xfrm>
          <a:prstGeom prst="rect">
            <a:avLst/>
          </a:prstGeom>
          <a:solidFill>
            <a:srgbClr val="1E1F2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nl-NL" altLang="nl-NL" sz="2400" b="0" i="0" u="none" strike="noStrike" cap="none" normalizeH="0" baseline="0" dirty="0" err="1">
                <a:ln>
                  <a:noFill/>
                </a:ln>
                <a:solidFill>
                  <a:srgbClr val="CF8E6D"/>
                </a:solidFill>
                <a:effectLst/>
                <a:latin typeface="JetBrains Mono"/>
              </a:rPr>
              <a:t>boolean</a:t>
            </a:r>
            <a:r>
              <a:rPr kumimoji="0" lang="nl-NL" altLang="nl-NL" sz="2400" b="0" i="0" u="none" strike="noStrike" cap="none" normalizeH="0" baseline="0" dirty="0">
                <a:ln>
                  <a:noFill/>
                </a:ln>
                <a:solidFill>
                  <a:srgbClr val="CF8E6D"/>
                </a:solidFill>
                <a:effectLst/>
                <a:latin typeface="JetBrains Mono"/>
              </a:rPr>
              <a:t> </a:t>
            </a:r>
            <a:r>
              <a:rPr kumimoji="0" lang="nl-NL" altLang="nl-NL" sz="2400" b="0" i="0" u="none" strike="noStrike" cap="none" normalizeH="0" baseline="0" dirty="0" err="1">
                <a:ln>
                  <a:noFill/>
                </a:ln>
                <a:solidFill>
                  <a:srgbClr val="56A8F5"/>
                </a:solidFill>
                <a:effectLst/>
                <a:latin typeface="JetBrains Mono"/>
              </a:rPr>
              <a:t>canShip</a:t>
            </a:r>
            <a:r>
              <a:rPr kumimoji="0" lang="nl-NL" altLang="nl-NL" sz="2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  <a:t>(Order o) {</a:t>
            </a:r>
            <a:br>
              <a:rPr kumimoji="0" lang="nl-NL" altLang="nl-NL" sz="2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</a:br>
            <a:r>
              <a:rPr kumimoji="0" lang="nl-NL" altLang="nl-NL" sz="2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  <a:t>    </a:t>
            </a:r>
            <a:r>
              <a:rPr kumimoji="0" lang="nl-NL" altLang="nl-NL" sz="2400" b="0" i="0" u="none" strike="noStrike" cap="none" normalizeH="0" baseline="0" dirty="0">
                <a:ln>
                  <a:noFill/>
                </a:ln>
                <a:solidFill>
                  <a:srgbClr val="CF8E6D"/>
                </a:solidFill>
                <a:effectLst/>
                <a:latin typeface="JetBrains Mono"/>
              </a:rPr>
              <a:t>return </a:t>
            </a:r>
            <a:r>
              <a:rPr kumimoji="0" lang="nl-NL" altLang="nl-NL" sz="2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  <a:t>o != </a:t>
            </a:r>
            <a:r>
              <a:rPr kumimoji="0" lang="nl-NL" altLang="nl-NL" sz="2400" b="0" i="0" u="none" strike="noStrike" cap="none" normalizeH="0" baseline="0" dirty="0" err="1">
                <a:ln>
                  <a:noFill/>
                </a:ln>
                <a:solidFill>
                  <a:srgbClr val="CF8E6D"/>
                </a:solidFill>
                <a:effectLst/>
                <a:latin typeface="JetBrains Mono"/>
              </a:rPr>
              <a:t>null</a:t>
            </a:r>
            <a:r>
              <a:rPr kumimoji="0" lang="nl-NL" altLang="nl-NL" sz="2400" b="0" i="0" u="none" strike="noStrike" cap="none" normalizeH="0" baseline="0" dirty="0">
                <a:ln>
                  <a:noFill/>
                </a:ln>
                <a:solidFill>
                  <a:srgbClr val="CF8E6D"/>
                </a:solidFill>
                <a:effectLst/>
                <a:latin typeface="JetBrains Mono"/>
              </a:rPr>
              <a:t> </a:t>
            </a:r>
            <a:r>
              <a:rPr kumimoji="0" lang="nl-NL" altLang="nl-NL" sz="2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  <a:t>&amp;&amp;</a:t>
            </a:r>
            <a:br>
              <a:rPr kumimoji="0" lang="nl-NL" altLang="nl-NL" sz="2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</a:br>
            <a:r>
              <a:rPr kumimoji="0" lang="nl-NL" altLang="nl-NL" sz="2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  <a:t>            </a:t>
            </a:r>
            <a:r>
              <a:rPr kumimoji="0" lang="nl-NL" altLang="nl-NL" sz="240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  <a:t>o.isPaid</a:t>
            </a:r>
            <a:r>
              <a:rPr kumimoji="0" lang="nl-NL" altLang="nl-NL" sz="2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  <a:t>() &amp;&amp;</a:t>
            </a:r>
            <a:br>
              <a:rPr kumimoji="0" lang="nl-NL" altLang="nl-NL" sz="2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</a:br>
            <a:r>
              <a:rPr kumimoji="0" lang="nl-NL" altLang="nl-NL" sz="2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  <a:t>            !</a:t>
            </a:r>
            <a:r>
              <a:rPr kumimoji="0" lang="nl-NL" altLang="nl-NL" sz="240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  <a:t>o.isCancelled</a:t>
            </a:r>
            <a:r>
              <a:rPr kumimoji="0" lang="nl-NL" altLang="nl-NL" sz="2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  <a:t>() &amp;&amp;</a:t>
            </a:r>
            <a:br>
              <a:rPr kumimoji="0" lang="nl-NL" altLang="nl-NL" sz="2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</a:br>
            <a:r>
              <a:rPr kumimoji="0" lang="nl-NL" altLang="nl-NL" sz="2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  <a:t>            </a:t>
            </a:r>
            <a:r>
              <a:rPr kumimoji="0" lang="nl-NL" altLang="nl-NL" sz="240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  <a:t>o.getItems</a:t>
            </a:r>
            <a:r>
              <a:rPr kumimoji="0" lang="nl-NL" altLang="nl-NL" sz="2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  <a:t>() != </a:t>
            </a:r>
            <a:r>
              <a:rPr kumimoji="0" lang="nl-NL" altLang="nl-NL" sz="2400" b="0" i="0" u="none" strike="noStrike" cap="none" normalizeH="0" baseline="0" dirty="0" err="1">
                <a:ln>
                  <a:noFill/>
                </a:ln>
                <a:solidFill>
                  <a:srgbClr val="CF8E6D"/>
                </a:solidFill>
                <a:effectLst/>
                <a:latin typeface="JetBrains Mono"/>
              </a:rPr>
              <a:t>null</a:t>
            </a:r>
            <a:r>
              <a:rPr kumimoji="0" lang="nl-NL" altLang="nl-NL" sz="2400" b="0" i="0" u="none" strike="noStrike" cap="none" normalizeH="0" baseline="0" dirty="0">
                <a:ln>
                  <a:noFill/>
                </a:ln>
                <a:solidFill>
                  <a:srgbClr val="CF8E6D"/>
                </a:solidFill>
                <a:effectLst/>
                <a:latin typeface="JetBrains Mono"/>
              </a:rPr>
              <a:t> </a:t>
            </a:r>
            <a:r>
              <a:rPr kumimoji="0" lang="nl-NL" altLang="nl-NL" sz="2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  <a:t>&amp;&amp;</a:t>
            </a:r>
            <a:br>
              <a:rPr kumimoji="0" lang="nl-NL" altLang="nl-NL" sz="2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</a:br>
            <a:r>
              <a:rPr kumimoji="0" lang="nl-NL" altLang="nl-NL" sz="2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  <a:t>            !</a:t>
            </a:r>
            <a:r>
              <a:rPr kumimoji="0" lang="nl-NL" altLang="nl-NL" sz="240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  <a:t>o.getItems</a:t>
            </a:r>
            <a:r>
              <a:rPr kumimoji="0" lang="nl-NL" altLang="nl-NL" sz="2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  <a:t>().</a:t>
            </a:r>
            <a:r>
              <a:rPr kumimoji="0" lang="nl-NL" altLang="nl-NL" sz="240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  <a:t>isEmpty</a:t>
            </a:r>
            <a:r>
              <a:rPr kumimoji="0" lang="nl-NL" altLang="nl-NL" sz="2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  <a:t>() &amp;&amp;</a:t>
            </a:r>
            <a:br>
              <a:rPr kumimoji="0" lang="nl-NL" altLang="nl-NL" sz="2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</a:br>
            <a:r>
              <a:rPr kumimoji="0" lang="nl-NL" altLang="nl-NL" sz="2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  <a:t>            </a:t>
            </a:r>
            <a:r>
              <a:rPr kumimoji="0" lang="nl-NL" altLang="nl-NL" sz="240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  <a:t>o.getAddress</a:t>
            </a:r>
            <a:r>
              <a:rPr kumimoji="0" lang="nl-NL" altLang="nl-NL" sz="2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  <a:t>() != </a:t>
            </a:r>
            <a:r>
              <a:rPr kumimoji="0" lang="nl-NL" altLang="nl-NL" sz="2400" b="0" i="0" u="none" strike="noStrike" cap="none" normalizeH="0" baseline="0" dirty="0" err="1">
                <a:ln>
                  <a:noFill/>
                </a:ln>
                <a:solidFill>
                  <a:srgbClr val="CF8E6D"/>
                </a:solidFill>
                <a:effectLst/>
                <a:latin typeface="JetBrains Mono"/>
              </a:rPr>
              <a:t>null</a:t>
            </a:r>
            <a:r>
              <a:rPr kumimoji="0" lang="nl-NL" altLang="nl-NL" sz="2400" b="0" i="0" u="none" strike="noStrike" cap="none" normalizeH="0" baseline="0" dirty="0">
                <a:ln>
                  <a:noFill/>
                </a:ln>
                <a:solidFill>
                  <a:srgbClr val="CF8E6D"/>
                </a:solidFill>
                <a:effectLst/>
                <a:latin typeface="JetBrains Mono"/>
              </a:rPr>
              <a:t> </a:t>
            </a:r>
            <a:r>
              <a:rPr kumimoji="0" lang="nl-NL" altLang="nl-NL" sz="2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  <a:t>&amp;&amp;</a:t>
            </a:r>
            <a:br>
              <a:rPr kumimoji="0" lang="nl-NL" altLang="nl-NL" sz="2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</a:br>
            <a:r>
              <a:rPr kumimoji="0" lang="nl-NL" altLang="nl-NL" sz="2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  <a:t>            </a:t>
            </a:r>
            <a:r>
              <a:rPr kumimoji="0" lang="nl-NL" altLang="nl-NL" sz="240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  <a:t>o.getAddress</a:t>
            </a:r>
            <a:r>
              <a:rPr kumimoji="0" lang="nl-NL" altLang="nl-NL" sz="2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  <a:t>().</a:t>
            </a:r>
            <a:r>
              <a:rPr kumimoji="0" lang="nl-NL" altLang="nl-NL" sz="240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  <a:t>isValid</a:t>
            </a:r>
            <a:r>
              <a:rPr kumimoji="0" lang="nl-NL" altLang="nl-NL" sz="2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  <a:t>();</a:t>
            </a:r>
            <a:br>
              <a:rPr kumimoji="0" lang="nl-NL" altLang="nl-NL" sz="2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</a:br>
            <a:r>
              <a:rPr kumimoji="0" lang="nl-NL" altLang="nl-NL" sz="2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  <a:t>}</a:t>
            </a:r>
            <a:endParaRPr kumimoji="0" lang="nl-NL" altLang="nl-NL" sz="4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471775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AA4C2B-9E8A-7ECB-03B6-1A514D1620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3">
            <a:extLst>
              <a:ext uri="{FF2B5EF4-FFF2-40B4-BE49-F238E27FC236}">
                <a16:creationId xmlns:a16="http://schemas.microsoft.com/office/drawing/2014/main" id="{4E986B5A-21B4-2CA1-4FE8-DA13A9D4617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9689" y="1720840"/>
            <a:ext cx="5619206" cy="3416320"/>
          </a:xfrm>
          <a:prstGeom prst="rect">
            <a:avLst/>
          </a:prstGeom>
          <a:solidFill>
            <a:srgbClr val="1E1F2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nl-NL" altLang="nl-NL" sz="2400" b="0" i="0" u="none" strike="noStrike" cap="none" normalizeH="0" baseline="0" dirty="0" err="1">
                <a:ln>
                  <a:noFill/>
                </a:ln>
                <a:solidFill>
                  <a:srgbClr val="CF8E6D"/>
                </a:solidFill>
                <a:effectLst/>
                <a:latin typeface="JetBrains Mono"/>
              </a:rPr>
              <a:t>boolean</a:t>
            </a:r>
            <a:r>
              <a:rPr kumimoji="0" lang="nl-NL" altLang="nl-NL" sz="2400" b="0" i="0" u="none" strike="noStrike" cap="none" normalizeH="0" baseline="0" dirty="0">
                <a:ln>
                  <a:noFill/>
                </a:ln>
                <a:solidFill>
                  <a:srgbClr val="CF8E6D"/>
                </a:solidFill>
                <a:effectLst/>
                <a:latin typeface="JetBrains Mono"/>
              </a:rPr>
              <a:t> </a:t>
            </a:r>
            <a:r>
              <a:rPr kumimoji="0" lang="nl-NL" altLang="nl-NL" sz="2400" b="0" i="0" u="none" strike="noStrike" cap="none" normalizeH="0" baseline="0" dirty="0" err="1">
                <a:ln>
                  <a:noFill/>
                </a:ln>
                <a:solidFill>
                  <a:srgbClr val="56A8F5"/>
                </a:solidFill>
                <a:effectLst/>
                <a:latin typeface="JetBrains Mono"/>
              </a:rPr>
              <a:t>canShip</a:t>
            </a:r>
            <a:r>
              <a:rPr kumimoji="0" lang="nl-NL" altLang="nl-NL" sz="2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  <a:t>(Order o) {</a:t>
            </a:r>
            <a:br>
              <a:rPr kumimoji="0" lang="nl-NL" altLang="nl-NL" sz="2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</a:br>
            <a:r>
              <a:rPr kumimoji="0" lang="nl-NL" altLang="nl-NL" sz="2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  <a:t>    </a:t>
            </a:r>
            <a:r>
              <a:rPr kumimoji="0" lang="nl-NL" altLang="nl-NL" sz="2400" b="0" i="0" u="none" strike="noStrike" cap="none" normalizeH="0" baseline="0" dirty="0">
                <a:ln>
                  <a:noFill/>
                </a:ln>
                <a:solidFill>
                  <a:srgbClr val="CF8E6D"/>
                </a:solidFill>
                <a:effectLst/>
                <a:latin typeface="JetBrains Mono"/>
              </a:rPr>
              <a:t>return </a:t>
            </a:r>
            <a:r>
              <a:rPr kumimoji="0" lang="nl-NL" altLang="nl-NL" sz="2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  <a:t>o != </a:t>
            </a:r>
            <a:r>
              <a:rPr kumimoji="0" lang="nl-NL" altLang="nl-NL" sz="2400" b="0" i="0" u="none" strike="noStrike" cap="none" normalizeH="0" baseline="0" dirty="0" err="1">
                <a:ln>
                  <a:noFill/>
                </a:ln>
                <a:solidFill>
                  <a:srgbClr val="CF8E6D"/>
                </a:solidFill>
                <a:effectLst/>
                <a:latin typeface="JetBrains Mono"/>
              </a:rPr>
              <a:t>null</a:t>
            </a:r>
            <a:r>
              <a:rPr kumimoji="0" lang="nl-NL" altLang="nl-NL" sz="2400" b="0" i="0" u="none" strike="noStrike" cap="none" normalizeH="0" baseline="0" dirty="0">
                <a:ln>
                  <a:noFill/>
                </a:ln>
                <a:solidFill>
                  <a:srgbClr val="CF8E6D"/>
                </a:solidFill>
                <a:effectLst/>
                <a:latin typeface="JetBrains Mono"/>
              </a:rPr>
              <a:t> </a:t>
            </a:r>
            <a:r>
              <a:rPr kumimoji="0" lang="nl-NL" altLang="nl-NL" sz="2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  <a:t>&amp;&amp;</a:t>
            </a:r>
            <a:br>
              <a:rPr kumimoji="0" lang="nl-NL" altLang="nl-NL" sz="2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</a:br>
            <a:r>
              <a:rPr kumimoji="0" lang="nl-NL" altLang="nl-NL" sz="2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  <a:t>            </a:t>
            </a:r>
            <a:r>
              <a:rPr kumimoji="0" lang="nl-NL" altLang="nl-NL" sz="240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  <a:t>o.isPaid</a:t>
            </a:r>
            <a:r>
              <a:rPr kumimoji="0" lang="nl-NL" altLang="nl-NL" sz="2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  <a:t>() &amp;&amp;</a:t>
            </a:r>
            <a:br>
              <a:rPr kumimoji="0" lang="nl-NL" altLang="nl-NL" sz="2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</a:br>
            <a:r>
              <a:rPr kumimoji="0" lang="nl-NL" altLang="nl-NL" sz="2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  <a:t>            !</a:t>
            </a:r>
            <a:r>
              <a:rPr kumimoji="0" lang="nl-NL" altLang="nl-NL" sz="240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  <a:t>o.isCancelled</a:t>
            </a:r>
            <a:r>
              <a:rPr kumimoji="0" lang="nl-NL" altLang="nl-NL" sz="2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  <a:t>() &amp;&amp;</a:t>
            </a:r>
            <a:br>
              <a:rPr kumimoji="0" lang="nl-NL" altLang="nl-NL" sz="2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</a:br>
            <a:r>
              <a:rPr kumimoji="0" lang="nl-NL" altLang="nl-NL" sz="2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  <a:t>            </a:t>
            </a:r>
            <a:r>
              <a:rPr kumimoji="0" lang="nl-NL" altLang="nl-NL" sz="240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  <a:t>o.getItems</a:t>
            </a:r>
            <a:r>
              <a:rPr kumimoji="0" lang="nl-NL" altLang="nl-NL" sz="2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  <a:t>() != </a:t>
            </a:r>
            <a:r>
              <a:rPr kumimoji="0" lang="nl-NL" altLang="nl-NL" sz="2400" b="0" i="0" u="none" strike="noStrike" cap="none" normalizeH="0" baseline="0" dirty="0" err="1">
                <a:ln>
                  <a:noFill/>
                </a:ln>
                <a:solidFill>
                  <a:srgbClr val="CF8E6D"/>
                </a:solidFill>
                <a:effectLst/>
                <a:latin typeface="JetBrains Mono"/>
              </a:rPr>
              <a:t>null</a:t>
            </a:r>
            <a:r>
              <a:rPr kumimoji="0" lang="nl-NL" altLang="nl-NL" sz="2400" b="0" i="0" u="none" strike="noStrike" cap="none" normalizeH="0" baseline="0" dirty="0">
                <a:ln>
                  <a:noFill/>
                </a:ln>
                <a:solidFill>
                  <a:srgbClr val="CF8E6D"/>
                </a:solidFill>
                <a:effectLst/>
                <a:latin typeface="JetBrains Mono"/>
              </a:rPr>
              <a:t> </a:t>
            </a:r>
            <a:r>
              <a:rPr kumimoji="0" lang="nl-NL" altLang="nl-NL" sz="2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  <a:t>&amp;&amp;</a:t>
            </a:r>
            <a:br>
              <a:rPr kumimoji="0" lang="nl-NL" altLang="nl-NL" sz="2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</a:br>
            <a:r>
              <a:rPr kumimoji="0" lang="nl-NL" altLang="nl-NL" sz="2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  <a:t>            !</a:t>
            </a:r>
            <a:r>
              <a:rPr kumimoji="0" lang="nl-NL" altLang="nl-NL" sz="240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  <a:t>o.getItems</a:t>
            </a:r>
            <a:r>
              <a:rPr kumimoji="0" lang="nl-NL" altLang="nl-NL" sz="2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  <a:t>().</a:t>
            </a:r>
            <a:r>
              <a:rPr kumimoji="0" lang="nl-NL" altLang="nl-NL" sz="240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  <a:t>isEmpty</a:t>
            </a:r>
            <a:r>
              <a:rPr kumimoji="0" lang="nl-NL" altLang="nl-NL" sz="2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  <a:t>() &amp;&amp;</a:t>
            </a:r>
            <a:br>
              <a:rPr kumimoji="0" lang="nl-NL" altLang="nl-NL" sz="2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</a:br>
            <a:r>
              <a:rPr kumimoji="0" lang="nl-NL" altLang="nl-NL" sz="2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  <a:t>            </a:t>
            </a:r>
            <a:r>
              <a:rPr kumimoji="0" lang="nl-NL" altLang="nl-NL" sz="240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  <a:t>o.getAddress</a:t>
            </a:r>
            <a:r>
              <a:rPr kumimoji="0" lang="nl-NL" altLang="nl-NL" sz="2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  <a:t>() != </a:t>
            </a:r>
            <a:r>
              <a:rPr kumimoji="0" lang="nl-NL" altLang="nl-NL" sz="2400" b="0" i="0" u="none" strike="noStrike" cap="none" normalizeH="0" baseline="0" dirty="0" err="1">
                <a:ln>
                  <a:noFill/>
                </a:ln>
                <a:solidFill>
                  <a:srgbClr val="CF8E6D"/>
                </a:solidFill>
                <a:effectLst/>
                <a:latin typeface="JetBrains Mono"/>
              </a:rPr>
              <a:t>null</a:t>
            </a:r>
            <a:r>
              <a:rPr kumimoji="0" lang="nl-NL" altLang="nl-NL" sz="2400" b="0" i="0" u="none" strike="noStrike" cap="none" normalizeH="0" baseline="0" dirty="0">
                <a:ln>
                  <a:noFill/>
                </a:ln>
                <a:solidFill>
                  <a:srgbClr val="CF8E6D"/>
                </a:solidFill>
                <a:effectLst/>
                <a:latin typeface="JetBrains Mono"/>
              </a:rPr>
              <a:t> </a:t>
            </a:r>
            <a:r>
              <a:rPr kumimoji="0" lang="nl-NL" altLang="nl-NL" sz="2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  <a:t>&amp;&amp;</a:t>
            </a:r>
            <a:br>
              <a:rPr kumimoji="0" lang="nl-NL" altLang="nl-NL" sz="2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</a:br>
            <a:r>
              <a:rPr kumimoji="0" lang="nl-NL" altLang="nl-NL" sz="2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  <a:t>            </a:t>
            </a:r>
            <a:r>
              <a:rPr kumimoji="0" lang="nl-NL" altLang="nl-NL" sz="240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  <a:t>o.getAddress</a:t>
            </a:r>
            <a:r>
              <a:rPr kumimoji="0" lang="nl-NL" altLang="nl-NL" sz="2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  <a:t>().</a:t>
            </a:r>
            <a:r>
              <a:rPr kumimoji="0" lang="nl-NL" altLang="nl-NL" sz="240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  <a:t>isValid</a:t>
            </a:r>
            <a:r>
              <a:rPr kumimoji="0" lang="nl-NL" altLang="nl-NL" sz="2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  <a:t>();</a:t>
            </a:r>
            <a:br>
              <a:rPr kumimoji="0" lang="nl-NL" altLang="nl-NL" sz="2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</a:br>
            <a:r>
              <a:rPr kumimoji="0" lang="nl-NL" altLang="nl-NL" sz="2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  <a:t>}</a:t>
            </a:r>
            <a:endParaRPr kumimoji="0" lang="nl-NL" altLang="nl-NL" sz="4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7E88D1A8-3D31-49FD-EF46-2F589E85B2A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5999" y="1782397"/>
            <a:ext cx="5866311" cy="3293209"/>
          </a:xfrm>
          <a:prstGeom prst="rect">
            <a:avLst/>
          </a:prstGeom>
          <a:solidFill>
            <a:srgbClr val="1E1F2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nl-NL" altLang="nl-NL" sz="1600" b="0" i="0" u="none" strike="noStrike" cap="none" normalizeH="0" baseline="0">
                <a:ln>
                  <a:noFill/>
                </a:ln>
                <a:solidFill>
                  <a:srgbClr val="CF8E6D"/>
                </a:solidFill>
                <a:effectLst/>
                <a:latin typeface="JetBrains Mono"/>
              </a:rPr>
              <a:t>boolean </a:t>
            </a:r>
            <a:r>
              <a:rPr kumimoji="0" lang="nl-NL" altLang="nl-NL" sz="1600" b="0" i="0" u="none" strike="noStrike" cap="none" normalizeH="0" baseline="0">
                <a:ln>
                  <a:noFill/>
                </a:ln>
                <a:solidFill>
                  <a:srgbClr val="56A8F5"/>
                </a:solidFill>
                <a:effectLst/>
                <a:latin typeface="JetBrains Mono"/>
              </a:rPr>
              <a:t>canShip</a:t>
            </a:r>
            <a:r>
              <a:rPr kumimoji="0" lang="nl-NL" altLang="nl-NL" sz="1600" b="0" i="0" u="none" strike="noStrike" cap="none" normalizeH="0" baseline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  <a:t>(Order o) {</a:t>
            </a:r>
            <a:br>
              <a:rPr kumimoji="0" lang="nl-NL" altLang="nl-NL" sz="1600" b="0" i="0" u="none" strike="noStrike" cap="none" normalizeH="0" baseline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</a:br>
            <a:r>
              <a:rPr kumimoji="0" lang="nl-NL" altLang="nl-NL" sz="1600" b="0" i="0" u="none" strike="noStrike" cap="none" normalizeH="0" baseline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  <a:t>    </a:t>
            </a:r>
            <a:r>
              <a:rPr kumimoji="0" lang="nl-NL" altLang="nl-NL" sz="1600" b="0" i="0" u="none" strike="noStrike" cap="none" normalizeH="0" baseline="0">
                <a:ln>
                  <a:noFill/>
                </a:ln>
                <a:solidFill>
                  <a:srgbClr val="CF8E6D"/>
                </a:solidFill>
                <a:effectLst/>
                <a:latin typeface="JetBrains Mono"/>
              </a:rPr>
              <a:t>return </a:t>
            </a:r>
            <a:r>
              <a:rPr kumimoji="0" lang="nl-NL" altLang="nl-NL" sz="1600" b="0" i="0" u="none" strike="noStrike" cap="none" normalizeH="0" baseline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  <a:t>hasPayment(o) &amp;&amp; hasItems(o) &amp;&amp; hasValidAddress(o);</a:t>
            </a:r>
            <a:br>
              <a:rPr kumimoji="0" lang="nl-NL" altLang="nl-NL" sz="1600" b="0" i="0" u="none" strike="noStrike" cap="none" normalizeH="0" baseline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</a:br>
            <a:r>
              <a:rPr kumimoji="0" lang="nl-NL" altLang="nl-NL" sz="1600" b="0" i="0" u="none" strike="noStrike" cap="none" normalizeH="0" baseline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  <a:t>}</a:t>
            </a:r>
            <a:br>
              <a:rPr kumimoji="0" lang="nl-NL" altLang="nl-NL" sz="1600" b="0" i="0" u="none" strike="noStrike" cap="none" normalizeH="0" baseline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</a:br>
            <a:br>
              <a:rPr kumimoji="0" lang="nl-NL" altLang="nl-NL" sz="1600" b="0" i="0" u="none" strike="noStrike" cap="none" normalizeH="0" baseline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</a:br>
            <a:r>
              <a:rPr kumimoji="0" lang="nl-NL" altLang="nl-NL" sz="1600" b="0" i="0" u="none" strike="noStrike" cap="none" normalizeH="0" baseline="0">
                <a:ln>
                  <a:noFill/>
                </a:ln>
                <a:solidFill>
                  <a:srgbClr val="CF8E6D"/>
                </a:solidFill>
                <a:effectLst/>
                <a:latin typeface="JetBrains Mono"/>
              </a:rPr>
              <a:t>boolean </a:t>
            </a:r>
            <a:r>
              <a:rPr kumimoji="0" lang="nl-NL" altLang="nl-NL" sz="1600" b="0" i="0" u="none" strike="noStrike" cap="none" normalizeH="0" baseline="0">
                <a:ln>
                  <a:noFill/>
                </a:ln>
                <a:solidFill>
                  <a:srgbClr val="56A8F5"/>
                </a:solidFill>
                <a:effectLst/>
                <a:latin typeface="JetBrains Mono"/>
              </a:rPr>
              <a:t>hasPayment</a:t>
            </a:r>
            <a:r>
              <a:rPr kumimoji="0" lang="nl-NL" altLang="nl-NL" sz="1600" b="0" i="0" u="none" strike="noStrike" cap="none" normalizeH="0" baseline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  <a:t>(Order o)      { </a:t>
            </a:r>
            <a:br>
              <a:rPr kumimoji="0" lang="nl-NL" altLang="nl-NL" sz="1600" b="0" i="0" u="none" strike="noStrike" cap="none" normalizeH="0" baseline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</a:br>
            <a:r>
              <a:rPr kumimoji="0" lang="nl-NL" altLang="nl-NL" sz="1600" b="0" i="0" u="none" strike="noStrike" cap="none" normalizeH="0" baseline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  <a:t>    </a:t>
            </a:r>
            <a:r>
              <a:rPr kumimoji="0" lang="nl-NL" altLang="nl-NL" sz="1600" b="0" i="0" u="none" strike="noStrike" cap="none" normalizeH="0" baseline="0">
                <a:ln>
                  <a:noFill/>
                </a:ln>
                <a:solidFill>
                  <a:srgbClr val="CF8E6D"/>
                </a:solidFill>
                <a:effectLst/>
                <a:latin typeface="JetBrains Mono"/>
              </a:rPr>
              <a:t>return </a:t>
            </a:r>
            <a:r>
              <a:rPr kumimoji="0" lang="nl-NL" altLang="nl-NL" sz="1600" b="0" i="0" u="none" strike="noStrike" cap="none" normalizeH="0" baseline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  <a:t>o != </a:t>
            </a:r>
            <a:r>
              <a:rPr kumimoji="0" lang="nl-NL" altLang="nl-NL" sz="1600" b="0" i="0" u="none" strike="noStrike" cap="none" normalizeH="0" baseline="0">
                <a:ln>
                  <a:noFill/>
                </a:ln>
                <a:solidFill>
                  <a:srgbClr val="CF8E6D"/>
                </a:solidFill>
                <a:effectLst/>
                <a:latin typeface="JetBrains Mono"/>
              </a:rPr>
              <a:t>null </a:t>
            </a:r>
            <a:r>
              <a:rPr kumimoji="0" lang="nl-NL" altLang="nl-NL" sz="1600" b="0" i="0" u="none" strike="noStrike" cap="none" normalizeH="0" baseline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  <a:t>&amp;&amp; o.isPaid() &amp;&amp; !o.isCancelled();</a:t>
            </a:r>
            <a:br>
              <a:rPr kumimoji="0" lang="nl-NL" altLang="nl-NL" sz="1600" b="0" i="0" u="none" strike="noStrike" cap="none" normalizeH="0" baseline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</a:br>
            <a:r>
              <a:rPr kumimoji="0" lang="nl-NL" altLang="nl-NL" sz="1600" b="0" i="0" u="none" strike="noStrike" cap="none" normalizeH="0" baseline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  <a:t>}</a:t>
            </a:r>
            <a:br>
              <a:rPr kumimoji="0" lang="nl-NL" altLang="nl-NL" sz="1600" b="0" i="0" u="none" strike="noStrike" cap="none" normalizeH="0" baseline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</a:br>
            <a:r>
              <a:rPr kumimoji="0" lang="nl-NL" altLang="nl-NL" sz="1600" b="0" i="0" u="none" strike="noStrike" cap="none" normalizeH="0" baseline="0">
                <a:ln>
                  <a:noFill/>
                </a:ln>
                <a:solidFill>
                  <a:srgbClr val="CF8E6D"/>
                </a:solidFill>
                <a:effectLst/>
                <a:latin typeface="JetBrains Mono"/>
              </a:rPr>
              <a:t>boolean </a:t>
            </a:r>
            <a:r>
              <a:rPr kumimoji="0" lang="nl-NL" altLang="nl-NL" sz="1600" b="0" i="0" u="none" strike="noStrike" cap="none" normalizeH="0" baseline="0">
                <a:ln>
                  <a:noFill/>
                </a:ln>
                <a:solidFill>
                  <a:srgbClr val="56A8F5"/>
                </a:solidFill>
                <a:effectLst/>
                <a:latin typeface="JetBrains Mono"/>
              </a:rPr>
              <a:t>hasItems</a:t>
            </a:r>
            <a:r>
              <a:rPr kumimoji="0" lang="nl-NL" altLang="nl-NL" sz="1600" b="0" i="0" u="none" strike="noStrike" cap="none" normalizeH="0" baseline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  <a:t>(Order o)        { </a:t>
            </a:r>
            <a:br>
              <a:rPr kumimoji="0" lang="nl-NL" altLang="nl-NL" sz="1600" b="0" i="0" u="none" strike="noStrike" cap="none" normalizeH="0" baseline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</a:br>
            <a:r>
              <a:rPr kumimoji="0" lang="nl-NL" altLang="nl-NL" sz="1600" b="0" i="0" u="none" strike="noStrike" cap="none" normalizeH="0" baseline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  <a:t>    </a:t>
            </a:r>
            <a:r>
              <a:rPr kumimoji="0" lang="nl-NL" altLang="nl-NL" sz="1600" b="0" i="0" u="none" strike="noStrike" cap="none" normalizeH="0" baseline="0">
                <a:ln>
                  <a:noFill/>
                </a:ln>
                <a:solidFill>
                  <a:srgbClr val="CF8E6D"/>
                </a:solidFill>
                <a:effectLst/>
                <a:latin typeface="JetBrains Mono"/>
              </a:rPr>
              <a:t>return </a:t>
            </a:r>
            <a:r>
              <a:rPr kumimoji="0" lang="nl-NL" altLang="nl-NL" sz="1600" b="0" i="0" u="none" strike="noStrike" cap="none" normalizeH="0" baseline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  <a:t>o.getItems() != </a:t>
            </a:r>
            <a:r>
              <a:rPr kumimoji="0" lang="nl-NL" altLang="nl-NL" sz="1600" b="0" i="0" u="none" strike="noStrike" cap="none" normalizeH="0" baseline="0">
                <a:ln>
                  <a:noFill/>
                </a:ln>
                <a:solidFill>
                  <a:srgbClr val="CF8E6D"/>
                </a:solidFill>
                <a:effectLst/>
                <a:latin typeface="JetBrains Mono"/>
              </a:rPr>
              <a:t>null </a:t>
            </a:r>
            <a:r>
              <a:rPr kumimoji="0" lang="nl-NL" altLang="nl-NL" sz="1600" b="0" i="0" u="none" strike="noStrike" cap="none" normalizeH="0" baseline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  <a:t>&amp;&amp; !o.getItems().isEmpty();</a:t>
            </a:r>
            <a:br>
              <a:rPr kumimoji="0" lang="nl-NL" altLang="nl-NL" sz="1600" b="0" i="0" u="none" strike="noStrike" cap="none" normalizeH="0" baseline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</a:br>
            <a:r>
              <a:rPr kumimoji="0" lang="nl-NL" altLang="nl-NL" sz="1600" b="0" i="0" u="none" strike="noStrike" cap="none" normalizeH="0" baseline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  <a:t>}</a:t>
            </a:r>
            <a:br>
              <a:rPr kumimoji="0" lang="nl-NL" altLang="nl-NL" sz="1600" b="0" i="0" u="none" strike="noStrike" cap="none" normalizeH="0" baseline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</a:br>
            <a:r>
              <a:rPr kumimoji="0" lang="nl-NL" altLang="nl-NL" sz="1600" b="0" i="0" u="none" strike="noStrike" cap="none" normalizeH="0" baseline="0">
                <a:ln>
                  <a:noFill/>
                </a:ln>
                <a:solidFill>
                  <a:srgbClr val="CF8E6D"/>
                </a:solidFill>
                <a:effectLst/>
                <a:latin typeface="JetBrains Mono"/>
              </a:rPr>
              <a:t>boolean </a:t>
            </a:r>
            <a:r>
              <a:rPr kumimoji="0" lang="nl-NL" altLang="nl-NL" sz="1600" b="0" i="0" u="none" strike="noStrike" cap="none" normalizeH="0" baseline="0">
                <a:ln>
                  <a:noFill/>
                </a:ln>
                <a:solidFill>
                  <a:srgbClr val="56A8F5"/>
                </a:solidFill>
                <a:effectLst/>
                <a:latin typeface="JetBrains Mono"/>
              </a:rPr>
              <a:t>hasValidAddress</a:t>
            </a:r>
            <a:r>
              <a:rPr kumimoji="0" lang="nl-NL" altLang="nl-NL" sz="1600" b="0" i="0" u="none" strike="noStrike" cap="none" normalizeH="0" baseline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  <a:t>(Order o) { </a:t>
            </a:r>
            <a:br>
              <a:rPr kumimoji="0" lang="nl-NL" altLang="nl-NL" sz="1600" b="0" i="0" u="none" strike="noStrike" cap="none" normalizeH="0" baseline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</a:br>
            <a:r>
              <a:rPr kumimoji="0" lang="nl-NL" altLang="nl-NL" sz="1600" b="0" i="0" u="none" strike="noStrike" cap="none" normalizeH="0" baseline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  <a:t>    </a:t>
            </a:r>
            <a:r>
              <a:rPr kumimoji="0" lang="nl-NL" altLang="nl-NL" sz="1600" b="0" i="0" u="none" strike="noStrike" cap="none" normalizeH="0" baseline="0">
                <a:ln>
                  <a:noFill/>
                </a:ln>
                <a:solidFill>
                  <a:srgbClr val="CF8E6D"/>
                </a:solidFill>
                <a:effectLst/>
                <a:latin typeface="JetBrains Mono"/>
              </a:rPr>
              <a:t>return </a:t>
            </a:r>
            <a:r>
              <a:rPr kumimoji="0" lang="nl-NL" altLang="nl-NL" sz="1600" b="0" i="0" u="none" strike="noStrike" cap="none" normalizeH="0" baseline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  <a:t>o.getAddress() != </a:t>
            </a:r>
            <a:r>
              <a:rPr kumimoji="0" lang="nl-NL" altLang="nl-NL" sz="1600" b="0" i="0" u="none" strike="noStrike" cap="none" normalizeH="0" baseline="0">
                <a:ln>
                  <a:noFill/>
                </a:ln>
                <a:solidFill>
                  <a:srgbClr val="CF8E6D"/>
                </a:solidFill>
                <a:effectLst/>
                <a:latin typeface="JetBrains Mono"/>
              </a:rPr>
              <a:t>null </a:t>
            </a:r>
            <a:r>
              <a:rPr kumimoji="0" lang="nl-NL" altLang="nl-NL" sz="1600" b="0" i="0" u="none" strike="noStrike" cap="none" normalizeH="0" baseline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  <a:t>&amp;&amp; o.getAddress().isValid();</a:t>
            </a:r>
            <a:br>
              <a:rPr kumimoji="0" lang="nl-NL" altLang="nl-NL" sz="1600" b="0" i="0" u="none" strike="noStrike" cap="none" normalizeH="0" baseline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</a:br>
            <a:r>
              <a:rPr kumimoji="0" lang="nl-NL" altLang="nl-NL" sz="1600" b="0" i="0" u="none" strike="noStrike" cap="none" normalizeH="0" baseline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  <a:t>}</a:t>
            </a:r>
            <a:endParaRPr kumimoji="0" lang="nl-NL" altLang="nl-NL" sz="3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4191536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el 2">
            <a:extLst>
              <a:ext uri="{FF2B5EF4-FFF2-40B4-BE49-F238E27FC236}">
                <a16:creationId xmlns:a16="http://schemas.microsoft.com/office/drawing/2014/main" id="{A0034E89-1952-5288-08A0-70A4A73BE39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50863" y="4045464"/>
            <a:ext cx="11115355" cy="2286000"/>
          </a:xfrm>
          <a:noFill/>
        </p:spPr>
        <p:txBody>
          <a:bodyPr rtlCol="0" anchor="ctr"/>
          <a:lstStyle>
            <a:defPPr>
              <a:defRPr lang="nl-NL"/>
            </a:defPPr>
          </a:lstStyle>
          <a:p>
            <a:pPr algn="ctr" rtl="0"/>
            <a:r>
              <a:rPr lang="nl-NL" dirty="0">
                <a:latin typeface="Cascadia Mono Light" panose="020B0609020000020004" pitchFamily="49" charset="0"/>
                <a:ea typeface="Cascadia Mono Light" panose="020B0609020000020004" pitchFamily="49" charset="0"/>
                <a:cs typeface="Cascadia Mono Light" panose="020B0609020000020004" pitchFamily="49" charset="0"/>
              </a:rPr>
              <a:t>SOLID</a:t>
            </a:r>
          </a:p>
        </p:txBody>
      </p:sp>
      <p:pic>
        <p:nvPicPr>
          <p:cNvPr id="11" name="Tijdelijke aanduiding voor afbeelding 15" descr="Digitale achtergrond van gegevenspunten">
            <a:extLst>
              <a:ext uri="{FF2B5EF4-FFF2-40B4-BE49-F238E27FC236}">
                <a16:creationId xmlns:a16="http://schemas.microsoft.com/office/drawing/2014/main" id="{A496DCE5-C34A-22C2-A9D8-E90DFC8CE86C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2" b="52"/>
          <a:stretch/>
        </p:blipFill>
        <p:spPr>
          <a:xfrm>
            <a:off x="0" y="4594"/>
            <a:ext cx="12192000" cy="3771878"/>
          </a:xfrm>
        </p:spPr>
      </p:pic>
    </p:spTree>
    <p:extLst>
      <p:ext uri="{BB962C8B-B14F-4D97-AF65-F5344CB8AC3E}">
        <p14:creationId xmlns:p14="http://schemas.microsoft.com/office/powerpoint/2010/main" val="183974809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AB7F6D-B555-E5D3-B5E3-7EAB56B38B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1">
            <a:extLst>
              <a:ext uri="{FF2B5EF4-FFF2-40B4-BE49-F238E27FC236}">
                <a16:creationId xmlns:a16="http://schemas.microsoft.com/office/drawing/2014/main" id="{CCF9A547-A9A0-DC31-10AE-947626213F7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41515" y="3567213"/>
            <a:ext cx="8505020" cy="3046988"/>
          </a:xfrm>
          <a:prstGeom prst="rect">
            <a:avLst/>
          </a:prstGeom>
          <a:solidFill>
            <a:srgbClr val="1E1F2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nl-NL" altLang="nl-NL" sz="2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✅ </a:t>
            </a:r>
            <a:r>
              <a:rPr kumimoji="0" lang="nl-NL" altLang="nl-NL" sz="240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  <a:cs typeface="Courier New" panose="02070309020205020404" pitchFamily="49" charset="0"/>
              </a:rPr>
              <a:t>Good</a:t>
            </a:r>
            <a:br>
              <a:rPr kumimoji="0" lang="nl-NL" altLang="nl-NL" sz="2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  <a:cs typeface="Courier New" panose="02070309020205020404" pitchFamily="49" charset="0"/>
              </a:rPr>
            </a:br>
            <a:r>
              <a:rPr kumimoji="0" lang="nl-NL" altLang="nl-NL" sz="2400" b="0" i="0" u="none" strike="noStrike" cap="none" normalizeH="0" baseline="0" dirty="0">
                <a:ln>
                  <a:noFill/>
                </a:ln>
                <a:solidFill>
                  <a:srgbClr val="CF8E6D"/>
                </a:solidFill>
                <a:effectLst/>
                <a:latin typeface="JetBrains Mono"/>
                <a:cs typeface="Courier New" panose="02070309020205020404" pitchFamily="49" charset="0"/>
              </a:rPr>
              <a:t>class </a:t>
            </a:r>
            <a:r>
              <a:rPr kumimoji="0" lang="nl-NL" altLang="nl-NL" sz="2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  <a:cs typeface="Courier New" panose="02070309020205020404" pitchFamily="49" charset="0"/>
              </a:rPr>
              <a:t>Report {</a:t>
            </a:r>
            <a:br>
              <a:rPr kumimoji="0" lang="nl-NL" altLang="nl-NL" sz="2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  <a:cs typeface="Courier New" panose="02070309020205020404" pitchFamily="49" charset="0"/>
              </a:rPr>
            </a:br>
            <a:r>
              <a:rPr kumimoji="0" lang="nl-NL" altLang="nl-NL" sz="2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  <a:cs typeface="Courier New" panose="02070309020205020404" pitchFamily="49" charset="0"/>
              </a:rPr>
              <a:t>    </a:t>
            </a:r>
            <a:r>
              <a:rPr kumimoji="0" lang="nl-NL" altLang="nl-NL" sz="2400" b="0" i="0" u="none" strike="noStrike" cap="none" normalizeH="0" baseline="0" dirty="0" err="1">
                <a:ln>
                  <a:noFill/>
                </a:ln>
                <a:solidFill>
                  <a:srgbClr val="C77DBB"/>
                </a:solidFill>
                <a:effectLst/>
                <a:latin typeface="JetBrains Mono"/>
                <a:cs typeface="Courier New" panose="02070309020205020404" pitchFamily="49" charset="0"/>
              </a:rPr>
              <a:t>void</a:t>
            </a:r>
            <a:r>
              <a:rPr kumimoji="0" lang="nl-NL" altLang="nl-NL" sz="2400" b="0" i="0" u="none" strike="noStrike" cap="none" normalizeH="0" baseline="0" dirty="0">
                <a:ln>
                  <a:noFill/>
                </a:ln>
                <a:solidFill>
                  <a:srgbClr val="C77DBB"/>
                </a:solidFill>
                <a:effectLst/>
                <a:latin typeface="JetBrains Mono"/>
                <a:cs typeface="Courier New" panose="02070309020205020404" pitchFamily="49" charset="0"/>
              </a:rPr>
              <a:t> </a:t>
            </a:r>
            <a:r>
              <a:rPr kumimoji="0" lang="nl-NL" altLang="nl-NL" sz="2400" b="0" i="0" u="none" strike="noStrike" cap="none" normalizeH="0" baseline="0" dirty="0" err="1">
                <a:ln>
                  <a:noFill/>
                </a:ln>
                <a:solidFill>
                  <a:srgbClr val="56A8F5"/>
                </a:solidFill>
                <a:effectLst/>
                <a:latin typeface="JetBrains Mono"/>
                <a:cs typeface="Courier New" panose="02070309020205020404" pitchFamily="49" charset="0"/>
              </a:rPr>
              <a:t>generate</a:t>
            </a:r>
            <a:r>
              <a:rPr kumimoji="0" lang="nl-NL" altLang="nl-NL" sz="2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  <a:cs typeface="Courier New" panose="02070309020205020404" pitchFamily="49" charset="0"/>
              </a:rPr>
              <a:t>() {}</a:t>
            </a:r>
            <a:br>
              <a:rPr kumimoji="0" lang="nl-NL" altLang="nl-NL" sz="2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  <a:cs typeface="Courier New" panose="02070309020205020404" pitchFamily="49" charset="0"/>
              </a:rPr>
            </a:br>
            <a:r>
              <a:rPr kumimoji="0" lang="nl-NL" altLang="nl-NL" sz="2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  <a:cs typeface="Courier New" panose="02070309020205020404" pitchFamily="49" charset="0"/>
              </a:rPr>
              <a:t>}</a:t>
            </a:r>
            <a:br>
              <a:rPr kumimoji="0" lang="nl-NL" altLang="nl-NL" sz="2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  <a:cs typeface="Courier New" panose="02070309020205020404" pitchFamily="49" charset="0"/>
              </a:rPr>
            </a:br>
            <a:br>
              <a:rPr kumimoji="0" lang="nl-NL" altLang="nl-NL" sz="2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  <a:cs typeface="Courier New" panose="02070309020205020404" pitchFamily="49" charset="0"/>
              </a:rPr>
            </a:br>
            <a:r>
              <a:rPr kumimoji="0" lang="nl-NL" altLang="nl-NL" sz="2400" b="0" i="0" u="none" strike="noStrike" cap="none" normalizeH="0" baseline="0" dirty="0">
                <a:ln>
                  <a:noFill/>
                </a:ln>
                <a:solidFill>
                  <a:srgbClr val="CF8E6D"/>
                </a:solidFill>
                <a:effectLst/>
                <a:latin typeface="JetBrains Mono"/>
                <a:cs typeface="Courier New" panose="02070309020205020404" pitchFamily="49" charset="0"/>
              </a:rPr>
              <a:t>class </a:t>
            </a:r>
            <a:r>
              <a:rPr kumimoji="0" lang="nl-NL" altLang="nl-NL" sz="240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  <a:cs typeface="Courier New" panose="02070309020205020404" pitchFamily="49" charset="0"/>
              </a:rPr>
              <a:t>FileSaver</a:t>
            </a:r>
            <a:r>
              <a:rPr kumimoji="0" lang="nl-NL" altLang="nl-NL" sz="2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  <a:cs typeface="Courier New" panose="02070309020205020404" pitchFamily="49" charset="0"/>
              </a:rPr>
              <a:t> {</a:t>
            </a:r>
            <a:br>
              <a:rPr kumimoji="0" lang="nl-NL" altLang="nl-NL" sz="2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  <a:cs typeface="Courier New" panose="02070309020205020404" pitchFamily="49" charset="0"/>
              </a:rPr>
            </a:br>
            <a:r>
              <a:rPr kumimoji="0" lang="nl-NL" altLang="nl-NL" sz="2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  <a:cs typeface="Courier New" panose="02070309020205020404" pitchFamily="49" charset="0"/>
              </a:rPr>
              <a:t>    </a:t>
            </a:r>
            <a:r>
              <a:rPr kumimoji="0" lang="nl-NL" altLang="nl-NL" sz="2400" b="0" i="0" u="none" strike="noStrike" cap="none" normalizeH="0" baseline="0" dirty="0" err="1">
                <a:ln>
                  <a:noFill/>
                </a:ln>
                <a:solidFill>
                  <a:srgbClr val="C77DBB"/>
                </a:solidFill>
                <a:effectLst/>
                <a:latin typeface="JetBrains Mono"/>
                <a:cs typeface="Courier New" panose="02070309020205020404" pitchFamily="49" charset="0"/>
              </a:rPr>
              <a:t>void</a:t>
            </a:r>
            <a:r>
              <a:rPr kumimoji="0" lang="nl-NL" altLang="nl-NL" sz="2400" b="0" i="0" u="none" strike="noStrike" cap="none" normalizeH="0" baseline="0" dirty="0">
                <a:ln>
                  <a:noFill/>
                </a:ln>
                <a:solidFill>
                  <a:srgbClr val="C77DBB"/>
                </a:solidFill>
                <a:effectLst/>
                <a:latin typeface="JetBrains Mono"/>
                <a:cs typeface="Courier New" panose="02070309020205020404" pitchFamily="49" charset="0"/>
              </a:rPr>
              <a:t> </a:t>
            </a:r>
            <a:r>
              <a:rPr kumimoji="0" lang="nl-NL" altLang="nl-NL" sz="2400" b="0" i="0" u="none" strike="noStrike" cap="none" normalizeH="0" baseline="0" dirty="0">
                <a:ln>
                  <a:noFill/>
                </a:ln>
                <a:solidFill>
                  <a:srgbClr val="56A8F5"/>
                </a:solidFill>
                <a:effectLst/>
                <a:latin typeface="JetBrains Mono"/>
                <a:cs typeface="Courier New" panose="02070309020205020404" pitchFamily="49" charset="0"/>
              </a:rPr>
              <a:t>save</a:t>
            </a:r>
            <a:r>
              <a:rPr kumimoji="0" lang="nl-NL" altLang="nl-NL" sz="2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  <a:cs typeface="Courier New" panose="02070309020205020404" pitchFamily="49" charset="0"/>
              </a:rPr>
              <a:t>(String </a:t>
            </a:r>
            <a:r>
              <a:rPr kumimoji="0" lang="nl-NL" altLang="nl-NL" sz="2400" b="0" i="0" u="none" strike="noStrike" cap="none" normalizeH="0" baseline="0" dirty="0">
                <a:ln>
                  <a:noFill/>
                </a:ln>
                <a:solidFill>
                  <a:srgbClr val="C77DBB"/>
                </a:solidFill>
                <a:effectLst/>
                <a:latin typeface="JetBrains Mono"/>
                <a:cs typeface="Courier New" panose="02070309020205020404" pitchFamily="49" charset="0"/>
              </a:rPr>
              <a:t>data</a:t>
            </a:r>
            <a:r>
              <a:rPr kumimoji="0" lang="nl-NL" altLang="nl-NL" sz="2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  <a:cs typeface="Courier New" panose="02070309020205020404" pitchFamily="49" charset="0"/>
              </a:rPr>
              <a:t>) {}</a:t>
            </a:r>
            <a:br>
              <a:rPr kumimoji="0" lang="nl-NL" altLang="nl-NL" sz="2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  <a:cs typeface="Courier New" panose="02070309020205020404" pitchFamily="49" charset="0"/>
              </a:rPr>
            </a:br>
            <a:r>
              <a:rPr kumimoji="0" lang="nl-NL" altLang="nl-NL" sz="2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  <a:cs typeface="Courier New" panose="02070309020205020404" pitchFamily="49" charset="0"/>
              </a:rPr>
              <a:t>}</a:t>
            </a:r>
            <a:endParaRPr kumimoji="0" lang="nl-NL" altLang="nl-NL" sz="4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B4AA539D-CCF0-BFD9-D708-CCB539E1813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41515" y="1256135"/>
            <a:ext cx="8505020" cy="1938992"/>
          </a:xfrm>
          <a:prstGeom prst="rect">
            <a:avLst/>
          </a:prstGeom>
          <a:solidFill>
            <a:srgbClr val="1E1F2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nl-NL" altLang="nl-NL" sz="2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❌ </a:t>
            </a:r>
            <a:r>
              <a:rPr kumimoji="0" lang="nl-NL" altLang="nl-NL" sz="2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  <a:cs typeface="Courier New" panose="02070309020205020404" pitchFamily="49" charset="0"/>
              </a:rPr>
              <a:t>Bad</a:t>
            </a:r>
            <a:br>
              <a:rPr kumimoji="0" lang="nl-NL" altLang="nl-NL" sz="2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  <a:cs typeface="Courier New" panose="02070309020205020404" pitchFamily="49" charset="0"/>
              </a:rPr>
            </a:br>
            <a:r>
              <a:rPr kumimoji="0" lang="nl-NL" altLang="nl-NL" sz="2400" b="0" i="0" u="none" strike="noStrike" cap="none" normalizeH="0" baseline="0" dirty="0">
                <a:ln>
                  <a:noFill/>
                </a:ln>
                <a:solidFill>
                  <a:srgbClr val="CF8E6D"/>
                </a:solidFill>
                <a:effectLst/>
                <a:latin typeface="JetBrains Mono"/>
                <a:cs typeface="Courier New" panose="02070309020205020404" pitchFamily="49" charset="0"/>
              </a:rPr>
              <a:t>class </a:t>
            </a:r>
            <a:r>
              <a:rPr kumimoji="0" lang="nl-NL" altLang="nl-NL" sz="2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  <a:cs typeface="Courier New" panose="02070309020205020404" pitchFamily="49" charset="0"/>
              </a:rPr>
              <a:t>Report {</a:t>
            </a:r>
            <a:br>
              <a:rPr kumimoji="0" lang="nl-NL" altLang="nl-NL" sz="2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  <a:cs typeface="Courier New" panose="02070309020205020404" pitchFamily="49" charset="0"/>
              </a:rPr>
            </a:br>
            <a:r>
              <a:rPr kumimoji="0" lang="nl-NL" altLang="nl-NL" sz="2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  <a:cs typeface="Courier New" panose="02070309020205020404" pitchFamily="49" charset="0"/>
              </a:rPr>
              <a:t>    </a:t>
            </a:r>
            <a:r>
              <a:rPr kumimoji="0" lang="nl-NL" altLang="nl-NL" sz="2400" b="0" i="0" u="none" strike="noStrike" cap="none" normalizeH="0" baseline="0" dirty="0" err="1">
                <a:ln>
                  <a:noFill/>
                </a:ln>
                <a:solidFill>
                  <a:srgbClr val="C77DBB"/>
                </a:solidFill>
                <a:effectLst/>
                <a:latin typeface="JetBrains Mono"/>
                <a:cs typeface="Courier New" panose="02070309020205020404" pitchFamily="49" charset="0"/>
              </a:rPr>
              <a:t>void</a:t>
            </a:r>
            <a:r>
              <a:rPr kumimoji="0" lang="nl-NL" altLang="nl-NL" sz="2400" b="0" i="0" u="none" strike="noStrike" cap="none" normalizeH="0" baseline="0" dirty="0">
                <a:ln>
                  <a:noFill/>
                </a:ln>
                <a:solidFill>
                  <a:srgbClr val="C77DBB"/>
                </a:solidFill>
                <a:effectLst/>
                <a:latin typeface="JetBrains Mono"/>
                <a:cs typeface="Courier New" panose="02070309020205020404" pitchFamily="49" charset="0"/>
              </a:rPr>
              <a:t> </a:t>
            </a:r>
            <a:r>
              <a:rPr kumimoji="0" lang="nl-NL" altLang="nl-NL" sz="2400" b="0" i="0" u="none" strike="noStrike" cap="none" normalizeH="0" baseline="0" dirty="0" err="1">
                <a:ln>
                  <a:noFill/>
                </a:ln>
                <a:solidFill>
                  <a:srgbClr val="56A8F5"/>
                </a:solidFill>
                <a:effectLst/>
                <a:latin typeface="JetBrains Mono"/>
                <a:cs typeface="Courier New" panose="02070309020205020404" pitchFamily="49" charset="0"/>
              </a:rPr>
              <a:t>generate</a:t>
            </a:r>
            <a:r>
              <a:rPr kumimoji="0" lang="nl-NL" altLang="nl-NL" sz="2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  <a:cs typeface="Courier New" panose="02070309020205020404" pitchFamily="49" charset="0"/>
              </a:rPr>
              <a:t>() {}</a:t>
            </a:r>
            <a:br>
              <a:rPr kumimoji="0" lang="nl-NL" altLang="nl-NL" sz="2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  <a:cs typeface="Courier New" panose="02070309020205020404" pitchFamily="49" charset="0"/>
              </a:rPr>
            </a:br>
            <a:r>
              <a:rPr kumimoji="0" lang="nl-NL" altLang="nl-NL" sz="2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  <a:cs typeface="Courier New" panose="02070309020205020404" pitchFamily="49" charset="0"/>
              </a:rPr>
              <a:t>    </a:t>
            </a:r>
            <a:r>
              <a:rPr kumimoji="0" lang="nl-NL" altLang="nl-NL" sz="2400" b="0" i="0" u="none" strike="noStrike" cap="none" normalizeH="0" baseline="0" dirty="0" err="1">
                <a:ln>
                  <a:noFill/>
                </a:ln>
                <a:solidFill>
                  <a:srgbClr val="C77DBB"/>
                </a:solidFill>
                <a:effectLst/>
                <a:latin typeface="JetBrains Mono"/>
                <a:cs typeface="Courier New" panose="02070309020205020404" pitchFamily="49" charset="0"/>
              </a:rPr>
              <a:t>void</a:t>
            </a:r>
            <a:r>
              <a:rPr kumimoji="0" lang="nl-NL" altLang="nl-NL" sz="2400" b="0" i="0" u="none" strike="noStrike" cap="none" normalizeH="0" baseline="0" dirty="0">
                <a:ln>
                  <a:noFill/>
                </a:ln>
                <a:solidFill>
                  <a:srgbClr val="C77DBB"/>
                </a:solidFill>
                <a:effectLst/>
                <a:latin typeface="JetBrains Mono"/>
                <a:cs typeface="Courier New" panose="02070309020205020404" pitchFamily="49" charset="0"/>
              </a:rPr>
              <a:t> </a:t>
            </a:r>
            <a:r>
              <a:rPr kumimoji="0" lang="nl-NL" altLang="nl-NL" sz="2400" b="0" i="0" u="none" strike="noStrike" cap="none" normalizeH="0" baseline="0" dirty="0" err="1">
                <a:ln>
                  <a:noFill/>
                </a:ln>
                <a:solidFill>
                  <a:srgbClr val="56A8F5"/>
                </a:solidFill>
                <a:effectLst/>
                <a:latin typeface="JetBrains Mono"/>
                <a:cs typeface="Courier New" panose="02070309020205020404" pitchFamily="49" charset="0"/>
              </a:rPr>
              <a:t>saveToFile</a:t>
            </a:r>
            <a:r>
              <a:rPr kumimoji="0" lang="nl-NL" altLang="nl-NL" sz="2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  <a:cs typeface="Courier New" panose="02070309020205020404" pitchFamily="49" charset="0"/>
              </a:rPr>
              <a:t>() {}</a:t>
            </a:r>
            <a:br>
              <a:rPr kumimoji="0" lang="nl-NL" altLang="nl-NL" sz="2400" b="0" i="0" u="none" strike="noStrike" cap="none" normalizeH="0" baseline="0" dirty="0">
                <a:ln>
                  <a:noFill/>
                </a:ln>
                <a:solidFill>
                  <a:srgbClr val="7A7E85"/>
                </a:solidFill>
                <a:effectLst/>
                <a:latin typeface="JetBrains Mono"/>
                <a:cs typeface="Courier New" panose="02070309020205020404" pitchFamily="49" charset="0"/>
              </a:rPr>
            </a:br>
            <a:r>
              <a:rPr kumimoji="0" lang="nl-NL" altLang="nl-NL" sz="2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  <a:cs typeface="Courier New" panose="02070309020205020404" pitchFamily="49" charset="0"/>
              </a:rPr>
              <a:t>}</a:t>
            </a:r>
            <a:endParaRPr kumimoji="0" lang="nl-NL" altLang="nl-NL" sz="4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18BEE5B4-D99E-C767-4E96-A73B38026F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3" y="243799"/>
            <a:ext cx="11090274" cy="1332000"/>
          </a:xfrm>
        </p:spPr>
        <p:txBody>
          <a:bodyPr/>
          <a:lstStyle/>
          <a:p>
            <a:r>
              <a:rPr lang="en-GB" dirty="0"/>
              <a:t>Single responsibility</a:t>
            </a: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15222788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955BAB-D168-12F5-3BBE-1B97754297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Open / Closed</a:t>
            </a:r>
            <a:endParaRPr lang="nl-NL" dirty="0"/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D5E0636C-CE41-4917-EA7B-18AD4081E00D}"/>
              </a:ext>
            </a:extLst>
          </p:cNvPr>
          <p:cNvSpPr>
            <a:spLocks noGrp="1" noChangeArrowheads="1"/>
          </p:cNvSpPr>
          <p:nvPr>
            <p:ph sz="half" idx="13"/>
          </p:nvPr>
        </p:nvSpPr>
        <p:spPr bwMode="auto">
          <a:xfrm>
            <a:off x="6476250" y="2356063"/>
            <a:ext cx="5352812" cy="3477875"/>
          </a:xfrm>
          <a:prstGeom prst="rect">
            <a:avLst/>
          </a:prstGeom>
          <a:solidFill>
            <a:srgbClr val="1E1F2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nl-NL" altLang="nl-NL" sz="2000" b="0" i="0" u="none" strike="noStrike" cap="none" normalizeH="0" baseline="0" dirty="0">
                <a:ln>
                  <a:noFill/>
                </a:ln>
                <a:solidFill>
                  <a:srgbClr val="CF8E6D"/>
                </a:solidFill>
                <a:effectLst/>
                <a:latin typeface="JetBrains Mono"/>
              </a:rPr>
              <a:t>interface </a:t>
            </a:r>
            <a:r>
              <a:rPr kumimoji="0" lang="nl-NL" altLang="nl-NL" sz="20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  <a:t>Discount {</a:t>
            </a:r>
            <a:br>
              <a:rPr kumimoji="0" lang="nl-NL" altLang="nl-NL" sz="20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</a:br>
            <a:r>
              <a:rPr kumimoji="0" lang="nl-NL" altLang="nl-NL" sz="20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  <a:t>    double </a:t>
            </a:r>
            <a:r>
              <a:rPr kumimoji="0" lang="nl-NL" altLang="nl-NL" sz="200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  <a:t>apply</a:t>
            </a:r>
            <a:r>
              <a:rPr kumimoji="0" lang="nl-NL" altLang="nl-NL" sz="20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  <a:t>(double </a:t>
            </a:r>
            <a:r>
              <a:rPr kumimoji="0" lang="nl-NL" altLang="nl-NL" sz="200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  <a:t>price</a:t>
            </a:r>
            <a:r>
              <a:rPr kumimoji="0" lang="nl-NL" altLang="nl-NL" sz="20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  <a:t>);</a:t>
            </a:r>
            <a:br>
              <a:rPr kumimoji="0" lang="nl-NL" altLang="nl-NL" sz="20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</a:br>
            <a:r>
              <a:rPr kumimoji="0" lang="nl-NL" altLang="nl-NL" sz="20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  <a:t>}</a:t>
            </a:r>
            <a:br>
              <a:rPr kumimoji="0" lang="nl-NL" altLang="nl-NL" sz="20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</a:br>
            <a:br>
              <a:rPr kumimoji="0" lang="nl-NL" altLang="nl-NL" sz="20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</a:br>
            <a:r>
              <a:rPr kumimoji="0" lang="nl-NL" altLang="nl-NL" sz="2000" b="0" i="0" u="none" strike="noStrike" cap="none" normalizeH="0" baseline="0" dirty="0">
                <a:ln>
                  <a:noFill/>
                </a:ln>
                <a:solidFill>
                  <a:srgbClr val="CF8E6D"/>
                </a:solidFill>
                <a:effectLst/>
                <a:latin typeface="JetBrains Mono"/>
              </a:rPr>
              <a:t>class </a:t>
            </a:r>
            <a:r>
              <a:rPr kumimoji="0" lang="nl-NL" altLang="nl-NL" sz="200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  <a:t>VipDiscount</a:t>
            </a:r>
            <a:r>
              <a:rPr kumimoji="0" lang="nl-NL" altLang="nl-NL" sz="20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  <a:t> </a:t>
            </a:r>
            <a:r>
              <a:rPr kumimoji="0" lang="nl-NL" altLang="nl-NL" sz="2000" b="0" i="0" u="none" strike="noStrike" cap="none" normalizeH="0" baseline="0" dirty="0" err="1">
                <a:ln>
                  <a:noFill/>
                </a:ln>
                <a:solidFill>
                  <a:srgbClr val="CF8E6D"/>
                </a:solidFill>
                <a:effectLst/>
                <a:latin typeface="JetBrains Mono"/>
              </a:rPr>
              <a:t>implements</a:t>
            </a:r>
            <a:r>
              <a:rPr kumimoji="0" lang="nl-NL" altLang="nl-NL" sz="2000" b="0" i="0" u="none" strike="noStrike" cap="none" normalizeH="0" baseline="0" dirty="0">
                <a:ln>
                  <a:noFill/>
                </a:ln>
                <a:solidFill>
                  <a:srgbClr val="CF8E6D"/>
                </a:solidFill>
                <a:effectLst/>
                <a:latin typeface="JetBrains Mono"/>
              </a:rPr>
              <a:t> </a:t>
            </a:r>
            <a:r>
              <a:rPr kumimoji="0" lang="nl-NL" altLang="nl-NL" sz="20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  <a:t>Discount {</a:t>
            </a:r>
            <a:br>
              <a:rPr kumimoji="0" lang="nl-NL" altLang="nl-NL" sz="20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</a:br>
            <a:r>
              <a:rPr kumimoji="0" lang="nl-NL" altLang="nl-NL" sz="20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  <a:t>    </a:t>
            </a:r>
            <a:r>
              <a:rPr kumimoji="0" lang="nl-NL" altLang="nl-NL" sz="2000" b="0" i="0" u="none" strike="noStrike" cap="none" normalizeH="0" baseline="0" dirty="0">
                <a:ln>
                  <a:noFill/>
                </a:ln>
                <a:solidFill>
                  <a:srgbClr val="CF8E6D"/>
                </a:solidFill>
                <a:effectLst/>
                <a:latin typeface="JetBrains Mono"/>
              </a:rPr>
              <a:t>public </a:t>
            </a:r>
            <a:r>
              <a:rPr kumimoji="0" lang="nl-NL" altLang="nl-NL" sz="2000" b="0" i="0" u="none" strike="noStrike" cap="none" normalizeH="0" baseline="0" dirty="0">
                <a:ln>
                  <a:noFill/>
                </a:ln>
                <a:solidFill>
                  <a:srgbClr val="C77DBB"/>
                </a:solidFill>
                <a:effectLst/>
                <a:latin typeface="JetBrains Mono"/>
              </a:rPr>
              <a:t>double </a:t>
            </a:r>
            <a:r>
              <a:rPr kumimoji="0" lang="nl-NL" altLang="nl-NL" sz="2000" b="0" i="0" u="none" strike="noStrike" cap="none" normalizeH="0" baseline="0" dirty="0" err="1">
                <a:ln>
                  <a:noFill/>
                </a:ln>
                <a:solidFill>
                  <a:srgbClr val="56A8F5"/>
                </a:solidFill>
                <a:effectLst/>
                <a:latin typeface="JetBrains Mono"/>
              </a:rPr>
              <a:t>apply</a:t>
            </a:r>
            <a:r>
              <a:rPr kumimoji="0" lang="nl-NL" altLang="nl-NL" sz="20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  <a:t>(double </a:t>
            </a:r>
            <a:r>
              <a:rPr kumimoji="0" lang="nl-NL" altLang="nl-NL" sz="2000" b="0" i="0" u="none" strike="noStrike" cap="none" normalizeH="0" baseline="0" dirty="0">
                <a:ln>
                  <a:noFill/>
                </a:ln>
                <a:solidFill>
                  <a:srgbClr val="C77DBB"/>
                </a:solidFill>
                <a:effectLst/>
                <a:latin typeface="JetBrains Mono"/>
              </a:rPr>
              <a:t>p</a:t>
            </a:r>
            <a:r>
              <a:rPr kumimoji="0" lang="nl-NL" altLang="nl-NL" sz="20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  <a:t>) { </a:t>
            </a:r>
            <a:r>
              <a:rPr kumimoji="0" lang="nl-NL" altLang="nl-NL" sz="2000" b="0" i="0" u="none" strike="noStrike" cap="none" normalizeH="0" baseline="0" dirty="0">
                <a:ln>
                  <a:noFill/>
                </a:ln>
                <a:solidFill>
                  <a:srgbClr val="C77DBB"/>
                </a:solidFill>
                <a:effectLst/>
                <a:latin typeface="JetBrains Mono"/>
              </a:rPr>
              <a:t>return p </a:t>
            </a:r>
            <a:r>
              <a:rPr kumimoji="0" lang="nl-NL" altLang="nl-NL" sz="20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  <a:t>* </a:t>
            </a:r>
            <a:r>
              <a:rPr kumimoji="0" lang="nl-NL" altLang="nl-NL" sz="2000" b="0" i="0" u="none" strike="noStrike" cap="none" normalizeH="0" baseline="0" dirty="0">
                <a:ln>
                  <a:noFill/>
                </a:ln>
                <a:solidFill>
                  <a:srgbClr val="2AACB8"/>
                </a:solidFill>
                <a:effectLst/>
                <a:latin typeface="JetBrains Mono"/>
              </a:rPr>
              <a:t>0.9</a:t>
            </a:r>
            <a:r>
              <a:rPr kumimoji="0" lang="nl-NL" altLang="nl-NL" sz="20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  <a:t>; }</a:t>
            </a:r>
            <a:br>
              <a:rPr kumimoji="0" lang="nl-NL" altLang="nl-NL" sz="20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</a:br>
            <a:r>
              <a:rPr kumimoji="0" lang="nl-NL" altLang="nl-NL" sz="20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  <a:t>}</a:t>
            </a:r>
            <a:br>
              <a:rPr kumimoji="0" lang="nl-NL" altLang="nl-NL" sz="20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</a:br>
            <a:br>
              <a:rPr kumimoji="0" lang="nl-NL" altLang="nl-NL" sz="20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</a:br>
            <a:r>
              <a:rPr kumimoji="0" lang="nl-NL" altLang="nl-NL" sz="2000" b="0" i="0" u="none" strike="noStrike" cap="none" normalizeH="0" baseline="0" dirty="0">
                <a:ln>
                  <a:noFill/>
                </a:ln>
                <a:solidFill>
                  <a:srgbClr val="CF8E6D"/>
                </a:solidFill>
                <a:effectLst/>
                <a:latin typeface="JetBrains Mono"/>
              </a:rPr>
              <a:t>class </a:t>
            </a:r>
            <a:r>
              <a:rPr kumimoji="0" lang="nl-NL" altLang="nl-NL" sz="200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  <a:t>StudentDiscount</a:t>
            </a:r>
            <a:r>
              <a:rPr kumimoji="0" lang="nl-NL" altLang="nl-NL" sz="20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  <a:t> </a:t>
            </a:r>
            <a:r>
              <a:rPr kumimoji="0" lang="nl-NL" altLang="nl-NL" sz="2000" b="0" i="0" u="none" strike="noStrike" cap="none" normalizeH="0" baseline="0" dirty="0" err="1">
                <a:ln>
                  <a:noFill/>
                </a:ln>
                <a:solidFill>
                  <a:srgbClr val="CF8E6D"/>
                </a:solidFill>
                <a:effectLst/>
                <a:latin typeface="JetBrains Mono"/>
              </a:rPr>
              <a:t>implements</a:t>
            </a:r>
            <a:r>
              <a:rPr kumimoji="0" lang="nl-NL" altLang="nl-NL" sz="2000" b="0" i="0" u="none" strike="noStrike" cap="none" normalizeH="0" baseline="0" dirty="0">
                <a:ln>
                  <a:noFill/>
                </a:ln>
                <a:solidFill>
                  <a:srgbClr val="CF8E6D"/>
                </a:solidFill>
                <a:effectLst/>
                <a:latin typeface="JetBrains Mono"/>
              </a:rPr>
              <a:t> </a:t>
            </a:r>
            <a:r>
              <a:rPr kumimoji="0" lang="nl-NL" altLang="nl-NL" sz="20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  <a:t>Discount {</a:t>
            </a:r>
            <a:br>
              <a:rPr kumimoji="0" lang="nl-NL" altLang="nl-NL" sz="20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</a:br>
            <a:r>
              <a:rPr kumimoji="0" lang="nl-NL" altLang="nl-NL" sz="20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  <a:t>    </a:t>
            </a:r>
            <a:r>
              <a:rPr kumimoji="0" lang="nl-NL" altLang="nl-NL" sz="2000" b="0" i="0" u="none" strike="noStrike" cap="none" normalizeH="0" baseline="0" dirty="0">
                <a:ln>
                  <a:noFill/>
                </a:ln>
                <a:solidFill>
                  <a:srgbClr val="CF8E6D"/>
                </a:solidFill>
                <a:effectLst/>
                <a:latin typeface="JetBrains Mono"/>
              </a:rPr>
              <a:t>public </a:t>
            </a:r>
            <a:r>
              <a:rPr kumimoji="0" lang="nl-NL" altLang="nl-NL" sz="2000" b="0" i="0" u="none" strike="noStrike" cap="none" normalizeH="0" baseline="0" dirty="0">
                <a:ln>
                  <a:noFill/>
                </a:ln>
                <a:solidFill>
                  <a:srgbClr val="C77DBB"/>
                </a:solidFill>
                <a:effectLst/>
                <a:latin typeface="JetBrains Mono"/>
              </a:rPr>
              <a:t>double </a:t>
            </a:r>
            <a:r>
              <a:rPr kumimoji="0" lang="nl-NL" altLang="nl-NL" sz="2000" b="0" i="0" u="none" strike="noStrike" cap="none" normalizeH="0" baseline="0" dirty="0" err="1">
                <a:ln>
                  <a:noFill/>
                </a:ln>
                <a:solidFill>
                  <a:srgbClr val="56A8F5"/>
                </a:solidFill>
                <a:effectLst/>
                <a:latin typeface="JetBrains Mono"/>
              </a:rPr>
              <a:t>apply</a:t>
            </a:r>
            <a:r>
              <a:rPr kumimoji="0" lang="nl-NL" altLang="nl-NL" sz="20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  <a:t>(double </a:t>
            </a:r>
            <a:r>
              <a:rPr kumimoji="0" lang="nl-NL" altLang="nl-NL" sz="2000" b="0" i="0" u="none" strike="noStrike" cap="none" normalizeH="0" baseline="0" dirty="0">
                <a:ln>
                  <a:noFill/>
                </a:ln>
                <a:solidFill>
                  <a:srgbClr val="C77DBB"/>
                </a:solidFill>
                <a:effectLst/>
                <a:latin typeface="JetBrains Mono"/>
              </a:rPr>
              <a:t>p</a:t>
            </a:r>
            <a:r>
              <a:rPr kumimoji="0" lang="nl-NL" altLang="nl-NL" sz="20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  <a:t>) { </a:t>
            </a:r>
            <a:r>
              <a:rPr kumimoji="0" lang="nl-NL" altLang="nl-NL" sz="2000" b="0" i="0" u="none" strike="noStrike" cap="none" normalizeH="0" baseline="0" dirty="0">
                <a:ln>
                  <a:noFill/>
                </a:ln>
                <a:solidFill>
                  <a:srgbClr val="C77DBB"/>
                </a:solidFill>
                <a:effectLst/>
                <a:latin typeface="JetBrains Mono"/>
              </a:rPr>
              <a:t>return p </a:t>
            </a:r>
            <a:r>
              <a:rPr kumimoji="0" lang="nl-NL" altLang="nl-NL" sz="20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  <a:t>* </a:t>
            </a:r>
            <a:r>
              <a:rPr kumimoji="0" lang="nl-NL" altLang="nl-NL" sz="2000" b="0" i="0" u="none" strike="noStrike" cap="none" normalizeH="0" baseline="0" dirty="0">
                <a:ln>
                  <a:noFill/>
                </a:ln>
                <a:solidFill>
                  <a:srgbClr val="2AACB8"/>
                </a:solidFill>
                <a:effectLst/>
                <a:latin typeface="JetBrains Mono"/>
              </a:rPr>
              <a:t>0.8</a:t>
            </a:r>
            <a:r>
              <a:rPr kumimoji="0" lang="nl-NL" altLang="nl-NL" sz="20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  <a:t>; }</a:t>
            </a:r>
            <a:br>
              <a:rPr kumimoji="0" lang="nl-NL" altLang="nl-NL" sz="20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</a:br>
            <a:r>
              <a:rPr kumimoji="0" lang="nl-NL" altLang="nl-NL" sz="20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  <a:t>}</a:t>
            </a:r>
            <a:endParaRPr kumimoji="0" lang="nl-NL" altLang="nl-NL" sz="4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86D2FD55-6EB9-FC38-A309-C57C32419CD5}"/>
              </a:ext>
            </a:extLst>
          </p:cNvPr>
          <p:cNvSpPr>
            <a:spLocks noGrp="1" noChangeArrowheads="1"/>
          </p:cNvSpPr>
          <p:nvPr>
            <p:ph sz="half" idx="1"/>
          </p:nvPr>
        </p:nvSpPr>
        <p:spPr bwMode="auto">
          <a:xfrm>
            <a:off x="508751" y="2971615"/>
            <a:ext cx="5482527" cy="2246769"/>
          </a:xfrm>
          <a:prstGeom prst="rect">
            <a:avLst/>
          </a:prstGeom>
          <a:solidFill>
            <a:srgbClr val="1E1F2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nl-NL" altLang="nl-NL" sz="2000" b="0" i="0" u="none" strike="noStrike" cap="none" normalizeH="0" baseline="0">
                <a:ln>
                  <a:noFill/>
                </a:ln>
                <a:solidFill>
                  <a:srgbClr val="CF8E6D"/>
                </a:solidFill>
                <a:effectLst/>
                <a:latin typeface="JetBrains Mono"/>
              </a:rPr>
              <a:t>class </a:t>
            </a:r>
            <a:r>
              <a:rPr kumimoji="0" lang="nl-NL" altLang="nl-NL" sz="2000" b="0" i="0" u="none" strike="noStrike" cap="none" normalizeH="0" baseline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  <a:t>DiscountCalculator {</a:t>
            </a:r>
            <a:br>
              <a:rPr kumimoji="0" lang="nl-NL" altLang="nl-NL" sz="2000" b="0" i="0" u="none" strike="noStrike" cap="none" normalizeH="0" baseline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</a:br>
            <a:r>
              <a:rPr kumimoji="0" lang="nl-NL" altLang="nl-NL" sz="2000" b="0" i="0" u="none" strike="noStrike" cap="none" normalizeH="0" baseline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  <a:t>    </a:t>
            </a:r>
            <a:r>
              <a:rPr kumimoji="0" lang="nl-NL" altLang="nl-NL" sz="2000" b="0" i="0" u="none" strike="noStrike" cap="none" normalizeH="0" baseline="0">
                <a:ln>
                  <a:noFill/>
                </a:ln>
                <a:solidFill>
                  <a:srgbClr val="C77DBB"/>
                </a:solidFill>
                <a:effectLst/>
                <a:latin typeface="JetBrains Mono"/>
              </a:rPr>
              <a:t>double </a:t>
            </a:r>
            <a:r>
              <a:rPr kumimoji="0" lang="nl-NL" altLang="nl-NL" sz="2000" b="0" i="0" u="none" strike="noStrike" cap="none" normalizeH="0" baseline="0">
                <a:ln>
                  <a:noFill/>
                </a:ln>
                <a:solidFill>
                  <a:srgbClr val="56A8F5"/>
                </a:solidFill>
                <a:effectLst/>
                <a:latin typeface="JetBrains Mono"/>
              </a:rPr>
              <a:t>calc</a:t>
            </a:r>
            <a:r>
              <a:rPr kumimoji="0" lang="nl-NL" altLang="nl-NL" sz="2000" b="0" i="0" u="none" strike="noStrike" cap="none" normalizeH="0" baseline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  <a:t>(String </a:t>
            </a:r>
            <a:r>
              <a:rPr kumimoji="0" lang="nl-NL" altLang="nl-NL" sz="2000" b="0" i="0" u="none" strike="noStrike" cap="none" normalizeH="0" baseline="0">
                <a:ln>
                  <a:noFill/>
                </a:ln>
                <a:solidFill>
                  <a:srgbClr val="C77DBB"/>
                </a:solidFill>
                <a:effectLst/>
                <a:latin typeface="JetBrains Mono"/>
              </a:rPr>
              <a:t>type</a:t>
            </a:r>
            <a:r>
              <a:rPr kumimoji="0" lang="nl-NL" altLang="nl-NL" sz="2000" b="0" i="0" u="none" strike="noStrike" cap="none" normalizeH="0" baseline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  <a:t>, </a:t>
            </a:r>
            <a:r>
              <a:rPr kumimoji="0" lang="nl-NL" altLang="nl-NL" sz="2000" b="0" i="0" u="none" strike="noStrike" cap="none" normalizeH="0" baseline="0">
                <a:ln>
                  <a:noFill/>
                </a:ln>
                <a:solidFill>
                  <a:srgbClr val="C77DBB"/>
                </a:solidFill>
                <a:effectLst/>
                <a:latin typeface="JetBrains Mono"/>
              </a:rPr>
              <a:t>double price</a:t>
            </a:r>
            <a:r>
              <a:rPr kumimoji="0" lang="nl-NL" altLang="nl-NL" sz="2000" b="0" i="0" u="none" strike="noStrike" cap="none" normalizeH="0" baseline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  <a:t>) {</a:t>
            </a:r>
            <a:br>
              <a:rPr kumimoji="0" lang="nl-NL" altLang="nl-NL" sz="2000" b="0" i="0" u="none" strike="noStrike" cap="none" normalizeH="0" baseline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</a:br>
            <a:r>
              <a:rPr kumimoji="0" lang="nl-NL" altLang="nl-NL" sz="2000" b="0" i="0" u="none" strike="noStrike" cap="none" normalizeH="0" baseline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  <a:t>        </a:t>
            </a:r>
            <a:r>
              <a:rPr kumimoji="0" lang="nl-NL" altLang="nl-NL" sz="2000" b="0" i="0" u="none" strike="noStrike" cap="none" normalizeH="0" baseline="0">
                <a:ln>
                  <a:noFill/>
                </a:ln>
                <a:solidFill>
                  <a:srgbClr val="56A8F5"/>
                </a:solidFill>
                <a:effectLst/>
                <a:latin typeface="JetBrains Mono"/>
              </a:rPr>
              <a:t>if </a:t>
            </a:r>
            <a:r>
              <a:rPr kumimoji="0" lang="nl-NL" altLang="nl-NL" sz="2000" b="0" i="0" u="none" strike="noStrike" cap="none" normalizeH="0" baseline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  <a:t>(type.</a:t>
            </a:r>
            <a:r>
              <a:rPr kumimoji="0" lang="nl-NL" altLang="nl-NL" sz="2000" b="0" i="0" u="none" strike="noStrike" cap="none" normalizeH="0" baseline="0">
                <a:ln>
                  <a:noFill/>
                </a:ln>
                <a:solidFill>
                  <a:srgbClr val="56A8F5"/>
                </a:solidFill>
                <a:effectLst/>
                <a:latin typeface="JetBrains Mono"/>
              </a:rPr>
              <a:t>equals</a:t>
            </a:r>
            <a:r>
              <a:rPr kumimoji="0" lang="nl-NL" altLang="nl-NL" sz="2000" b="0" i="0" u="none" strike="noStrike" cap="none" normalizeH="0" baseline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  <a:t>(</a:t>
            </a:r>
            <a:r>
              <a:rPr kumimoji="0" lang="nl-NL" altLang="nl-NL" sz="2000" b="0" i="0" u="none" strike="noStrike" cap="none" normalizeH="0" baseline="0">
                <a:ln>
                  <a:noFill/>
                </a:ln>
                <a:solidFill>
                  <a:srgbClr val="6AAB73"/>
                </a:solidFill>
                <a:effectLst/>
                <a:latin typeface="JetBrains Mono"/>
              </a:rPr>
              <a:t>"VIP"</a:t>
            </a:r>
            <a:r>
              <a:rPr kumimoji="0" lang="nl-NL" altLang="nl-NL" sz="2000" b="0" i="0" u="none" strike="noStrike" cap="none" normalizeH="0" baseline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  <a:t>)) </a:t>
            </a:r>
            <a:r>
              <a:rPr kumimoji="0" lang="nl-NL" altLang="nl-NL" sz="2000" b="0" i="0" u="none" strike="noStrike" cap="none" normalizeH="0" baseline="0">
                <a:ln>
                  <a:noFill/>
                </a:ln>
                <a:solidFill>
                  <a:srgbClr val="C77DBB"/>
                </a:solidFill>
                <a:effectLst/>
                <a:latin typeface="JetBrains Mono"/>
              </a:rPr>
              <a:t>return price </a:t>
            </a:r>
            <a:r>
              <a:rPr kumimoji="0" lang="nl-NL" altLang="nl-NL" sz="2000" b="0" i="0" u="none" strike="noStrike" cap="none" normalizeH="0" baseline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  <a:t>* </a:t>
            </a:r>
            <a:r>
              <a:rPr kumimoji="0" lang="nl-NL" altLang="nl-NL" sz="2000" b="0" i="0" u="none" strike="noStrike" cap="none" normalizeH="0" baseline="0">
                <a:ln>
                  <a:noFill/>
                </a:ln>
                <a:solidFill>
                  <a:srgbClr val="2AACB8"/>
                </a:solidFill>
                <a:effectLst/>
                <a:latin typeface="JetBrains Mono"/>
              </a:rPr>
              <a:t>0.9</a:t>
            </a:r>
            <a:r>
              <a:rPr kumimoji="0" lang="nl-NL" altLang="nl-NL" sz="2000" b="0" i="0" u="none" strike="noStrike" cap="none" normalizeH="0" baseline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  <a:t>;</a:t>
            </a:r>
            <a:br>
              <a:rPr kumimoji="0" lang="nl-NL" altLang="nl-NL" sz="2000" b="0" i="0" u="none" strike="noStrike" cap="none" normalizeH="0" baseline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</a:br>
            <a:r>
              <a:rPr kumimoji="0" lang="nl-NL" altLang="nl-NL" sz="2000" b="0" i="0" u="none" strike="noStrike" cap="none" normalizeH="0" baseline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  <a:t>        </a:t>
            </a:r>
            <a:r>
              <a:rPr kumimoji="0" lang="nl-NL" altLang="nl-NL" sz="2000" b="0" i="0" u="none" strike="noStrike" cap="none" normalizeH="0" baseline="0">
                <a:ln>
                  <a:noFill/>
                </a:ln>
                <a:solidFill>
                  <a:srgbClr val="56A8F5"/>
                </a:solidFill>
                <a:effectLst/>
                <a:latin typeface="JetBrains Mono"/>
              </a:rPr>
              <a:t>if </a:t>
            </a:r>
            <a:r>
              <a:rPr kumimoji="0" lang="nl-NL" altLang="nl-NL" sz="2000" b="0" i="0" u="none" strike="noStrike" cap="none" normalizeH="0" baseline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  <a:t>(type.</a:t>
            </a:r>
            <a:r>
              <a:rPr kumimoji="0" lang="nl-NL" altLang="nl-NL" sz="2000" b="0" i="0" u="none" strike="noStrike" cap="none" normalizeH="0" baseline="0">
                <a:ln>
                  <a:noFill/>
                </a:ln>
                <a:solidFill>
                  <a:srgbClr val="56A8F5"/>
                </a:solidFill>
                <a:effectLst/>
                <a:latin typeface="JetBrains Mono"/>
              </a:rPr>
              <a:t>equals</a:t>
            </a:r>
            <a:r>
              <a:rPr kumimoji="0" lang="nl-NL" altLang="nl-NL" sz="2000" b="0" i="0" u="none" strike="noStrike" cap="none" normalizeH="0" baseline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  <a:t>(</a:t>
            </a:r>
            <a:r>
              <a:rPr kumimoji="0" lang="nl-NL" altLang="nl-NL" sz="2000" b="0" i="0" u="none" strike="noStrike" cap="none" normalizeH="0" baseline="0">
                <a:ln>
                  <a:noFill/>
                </a:ln>
                <a:solidFill>
                  <a:srgbClr val="6AAB73"/>
                </a:solidFill>
                <a:effectLst/>
                <a:latin typeface="JetBrains Mono"/>
              </a:rPr>
              <a:t>"STUDENT"</a:t>
            </a:r>
            <a:r>
              <a:rPr kumimoji="0" lang="nl-NL" altLang="nl-NL" sz="2000" b="0" i="0" u="none" strike="noStrike" cap="none" normalizeH="0" baseline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  <a:t>)) </a:t>
            </a:r>
            <a:r>
              <a:rPr kumimoji="0" lang="nl-NL" altLang="nl-NL" sz="2000" b="0" i="0" u="none" strike="noStrike" cap="none" normalizeH="0" baseline="0">
                <a:ln>
                  <a:noFill/>
                </a:ln>
                <a:solidFill>
                  <a:srgbClr val="C77DBB"/>
                </a:solidFill>
                <a:effectLst/>
                <a:latin typeface="JetBrains Mono"/>
              </a:rPr>
              <a:t>return price </a:t>
            </a:r>
            <a:r>
              <a:rPr kumimoji="0" lang="nl-NL" altLang="nl-NL" sz="2000" b="0" i="0" u="none" strike="noStrike" cap="none" normalizeH="0" baseline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  <a:t>* </a:t>
            </a:r>
            <a:r>
              <a:rPr kumimoji="0" lang="nl-NL" altLang="nl-NL" sz="2000" b="0" i="0" u="none" strike="noStrike" cap="none" normalizeH="0" baseline="0">
                <a:ln>
                  <a:noFill/>
                </a:ln>
                <a:solidFill>
                  <a:srgbClr val="2AACB8"/>
                </a:solidFill>
                <a:effectLst/>
                <a:latin typeface="JetBrains Mono"/>
              </a:rPr>
              <a:t>0.8</a:t>
            </a:r>
            <a:r>
              <a:rPr kumimoji="0" lang="nl-NL" altLang="nl-NL" sz="2000" b="0" i="0" u="none" strike="noStrike" cap="none" normalizeH="0" baseline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  <a:t>;</a:t>
            </a:r>
            <a:br>
              <a:rPr kumimoji="0" lang="nl-NL" altLang="nl-NL" sz="2000" b="0" i="0" u="none" strike="noStrike" cap="none" normalizeH="0" baseline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</a:br>
            <a:r>
              <a:rPr kumimoji="0" lang="nl-NL" altLang="nl-NL" sz="2000" b="0" i="0" u="none" strike="noStrike" cap="none" normalizeH="0" baseline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  <a:t>        </a:t>
            </a:r>
            <a:r>
              <a:rPr kumimoji="0" lang="nl-NL" altLang="nl-NL" sz="2000" b="0" i="0" u="none" strike="noStrike" cap="none" normalizeH="0" baseline="0">
                <a:ln>
                  <a:noFill/>
                </a:ln>
                <a:solidFill>
                  <a:srgbClr val="C77DBB"/>
                </a:solidFill>
                <a:effectLst/>
                <a:latin typeface="JetBrains Mono"/>
              </a:rPr>
              <a:t>return price</a:t>
            </a:r>
            <a:r>
              <a:rPr kumimoji="0" lang="nl-NL" altLang="nl-NL" sz="2000" b="0" i="0" u="none" strike="noStrike" cap="none" normalizeH="0" baseline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  <a:t>;</a:t>
            </a:r>
            <a:br>
              <a:rPr kumimoji="0" lang="nl-NL" altLang="nl-NL" sz="2000" b="0" i="0" u="none" strike="noStrike" cap="none" normalizeH="0" baseline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</a:br>
            <a:r>
              <a:rPr kumimoji="0" lang="nl-NL" altLang="nl-NL" sz="2000" b="0" i="0" u="none" strike="noStrike" cap="none" normalizeH="0" baseline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  <a:t>    }</a:t>
            </a:r>
            <a:br>
              <a:rPr kumimoji="0" lang="nl-NL" altLang="nl-NL" sz="2000" b="0" i="0" u="none" strike="noStrike" cap="none" normalizeH="0" baseline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</a:br>
            <a:r>
              <a:rPr kumimoji="0" lang="nl-NL" altLang="nl-NL" sz="2000" b="0" i="0" u="none" strike="noStrike" cap="none" normalizeH="0" baseline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  <a:t>}</a:t>
            </a:r>
            <a:endParaRPr kumimoji="0" lang="nl-NL" altLang="nl-NL" sz="4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58812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5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5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uiExpand="1" build="p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DABE34-8E99-2236-4EF1-733B035F87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err="1"/>
              <a:t>Liskov</a:t>
            </a:r>
            <a:r>
              <a:rPr lang="en-GB" dirty="0"/>
              <a:t> Substitution Principle</a:t>
            </a:r>
            <a:endParaRPr lang="nl-NL" dirty="0"/>
          </a:p>
        </p:txBody>
      </p:sp>
      <p:sp>
        <p:nvSpPr>
          <p:cNvPr id="8" name="Rectangle 4">
            <a:extLst>
              <a:ext uri="{FF2B5EF4-FFF2-40B4-BE49-F238E27FC236}">
                <a16:creationId xmlns:a16="http://schemas.microsoft.com/office/drawing/2014/main" id="{EFEC5CDE-1E66-7D06-CA9A-0CA357554B88}"/>
              </a:ext>
            </a:extLst>
          </p:cNvPr>
          <p:cNvSpPr>
            <a:spLocks noGrp="1" noChangeArrowheads="1"/>
          </p:cNvSpPr>
          <p:nvPr>
            <p:ph sz="half" idx="1"/>
          </p:nvPr>
        </p:nvSpPr>
        <p:spPr bwMode="auto">
          <a:xfrm>
            <a:off x="550862" y="2571506"/>
            <a:ext cx="5444824" cy="3046988"/>
          </a:xfrm>
          <a:prstGeom prst="rect">
            <a:avLst/>
          </a:prstGeom>
          <a:solidFill>
            <a:srgbClr val="1E1F2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nl-NL" altLang="nl-NL" sz="1600" b="0" i="0" u="none" strike="noStrike" cap="none" normalizeH="0" baseline="0" dirty="0">
                <a:ln>
                  <a:noFill/>
                </a:ln>
                <a:solidFill>
                  <a:srgbClr val="CF8E6D"/>
                </a:solidFill>
                <a:effectLst/>
                <a:latin typeface="JetBrains Mono"/>
              </a:rPr>
              <a:t>class </a:t>
            </a:r>
            <a:r>
              <a:rPr kumimoji="0" lang="nl-NL" altLang="nl-NL" sz="160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  <a:t>FileStorage</a:t>
            </a:r>
            <a:r>
              <a:rPr kumimoji="0" lang="nl-NL" altLang="nl-NL" sz="16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  <a:t> {</a:t>
            </a:r>
            <a:br>
              <a:rPr kumimoji="0" lang="nl-NL" altLang="nl-NL" sz="16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</a:br>
            <a:r>
              <a:rPr kumimoji="0" lang="nl-NL" altLang="nl-NL" sz="16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  <a:t>    </a:t>
            </a:r>
            <a:r>
              <a:rPr lang="nl-NL" altLang="nl-NL" sz="1600" dirty="0" err="1">
                <a:solidFill>
                  <a:srgbClr val="CF8E6D"/>
                </a:solidFill>
                <a:latin typeface="JetBrains Mono"/>
              </a:rPr>
              <a:t>void</a:t>
            </a:r>
            <a:r>
              <a:rPr kumimoji="0" lang="nl-NL" altLang="nl-NL" sz="1600" b="0" i="0" u="none" strike="noStrike" cap="none" normalizeH="0" baseline="0" dirty="0">
                <a:ln>
                  <a:noFill/>
                </a:ln>
                <a:solidFill>
                  <a:srgbClr val="C77DBB"/>
                </a:solidFill>
                <a:effectLst/>
                <a:latin typeface="JetBrains Mono"/>
              </a:rPr>
              <a:t> </a:t>
            </a:r>
            <a:r>
              <a:rPr kumimoji="0" lang="nl-NL" altLang="nl-NL" sz="1600" b="0" i="0" u="none" strike="noStrike" cap="none" normalizeH="0" baseline="0" dirty="0">
                <a:ln>
                  <a:noFill/>
                </a:ln>
                <a:solidFill>
                  <a:srgbClr val="56A8F5"/>
                </a:solidFill>
                <a:effectLst/>
                <a:latin typeface="JetBrains Mono"/>
              </a:rPr>
              <a:t>save</a:t>
            </a:r>
            <a:r>
              <a:rPr kumimoji="0" lang="nl-NL" altLang="nl-NL" sz="16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  <a:t>(String </a:t>
            </a:r>
            <a:r>
              <a:rPr kumimoji="0" lang="nl-NL" altLang="nl-NL" sz="1600" b="0" i="0" u="none" strike="noStrike" cap="none" normalizeH="0" baseline="0" dirty="0">
                <a:ln>
                  <a:noFill/>
                </a:ln>
                <a:solidFill>
                  <a:srgbClr val="C77DBB"/>
                </a:solidFill>
                <a:effectLst/>
                <a:latin typeface="JetBrains Mono"/>
              </a:rPr>
              <a:t>data</a:t>
            </a:r>
            <a:r>
              <a:rPr kumimoji="0" lang="nl-NL" altLang="nl-NL" sz="16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  <a:t>) {</a:t>
            </a:r>
            <a:br>
              <a:rPr kumimoji="0" lang="nl-NL" altLang="nl-NL" sz="16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</a:br>
            <a:r>
              <a:rPr kumimoji="0" lang="nl-NL" altLang="nl-NL" sz="16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  <a:t>        </a:t>
            </a:r>
            <a:r>
              <a:rPr kumimoji="0" lang="nl-NL" altLang="nl-NL" sz="1600" b="0" i="0" u="none" strike="noStrike" cap="none" normalizeH="0" baseline="0" dirty="0" err="1">
                <a:ln>
                  <a:noFill/>
                </a:ln>
                <a:solidFill>
                  <a:srgbClr val="C77DBB"/>
                </a:solidFill>
                <a:effectLst/>
                <a:latin typeface="JetBrains Mono"/>
              </a:rPr>
              <a:t>System</a:t>
            </a:r>
            <a:r>
              <a:rPr kumimoji="0" lang="nl-NL" altLang="nl-NL" sz="160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  <a:t>.</a:t>
            </a:r>
            <a:r>
              <a:rPr kumimoji="0" lang="nl-NL" altLang="nl-NL" sz="1600" b="0" i="0" u="none" strike="noStrike" cap="none" normalizeH="0" baseline="0" dirty="0" err="1">
                <a:ln>
                  <a:noFill/>
                </a:ln>
                <a:solidFill>
                  <a:srgbClr val="C77DBB"/>
                </a:solidFill>
                <a:effectLst/>
                <a:latin typeface="JetBrains Mono"/>
              </a:rPr>
              <a:t>out</a:t>
            </a:r>
            <a:r>
              <a:rPr kumimoji="0" lang="nl-NL" altLang="nl-NL" sz="160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  <a:t>.</a:t>
            </a:r>
            <a:r>
              <a:rPr kumimoji="0" lang="nl-NL" altLang="nl-NL" sz="1600" b="0" i="0" u="none" strike="noStrike" cap="none" normalizeH="0" baseline="0" dirty="0" err="1">
                <a:ln>
                  <a:noFill/>
                </a:ln>
                <a:solidFill>
                  <a:srgbClr val="56A8F5"/>
                </a:solidFill>
                <a:effectLst/>
                <a:latin typeface="JetBrains Mono"/>
              </a:rPr>
              <a:t>println</a:t>
            </a:r>
            <a:r>
              <a:rPr kumimoji="0" lang="nl-NL" altLang="nl-NL" sz="16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  <a:t>(</a:t>
            </a:r>
            <a:r>
              <a:rPr kumimoji="0" lang="nl-NL" altLang="nl-NL" sz="16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JetBrains Mono"/>
              </a:rPr>
              <a:t>"</a:t>
            </a:r>
            <a:r>
              <a:rPr kumimoji="0" lang="nl-NL" altLang="nl-NL" sz="1600" b="0" i="0" u="none" strike="noStrike" cap="none" normalizeH="0" baseline="0" dirty="0" err="1">
                <a:ln>
                  <a:noFill/>
                </a:ln>
                <a:solidFill>
                  <a:srgbClr val="6AAB73"/>
                </a:solidFill>
                <a:effectLst/>
                <a:latin typeface="JetBrains Mono"/>
              </a:rPr>
              <a:t>Saving</a:t>
            </a:r>
            <a:r>
              <a:rPr kumimoji="0" lang="nl-NL" altLang="nl-NL" sz="16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JetBrains Mono"/>
              </a:rPr>
              <a:t> </a:t>
            </a:r>
            <a:r>
              <a:rPr kumimoji="0" lang="nl-NL" altLang="nl-NL" sz="1600" b="0" i="0" u="none" strike="noStrike" cap="none" normalizeH="0" baseline="0" dirty="0" err="1">
                <a:ln>
                  <a:noFill/>
                </a:ln>
                <a:solidFill>
                  <a:srgbClr val="6AAB73"/>
                </a:solidFill>
                <a:effectLst/>
                <a:latin typeface="JetBrains Mono"/>
              </a:rPr>
              <a:t>to</a:t>
            </a:r>
            <a:r>
              <a:rPr kumimoji="0" lang="nl-NL" altLang="nl-NL" sz="16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JetBrains Mono"/>
              </a:rPr>
              <a:t> disk: " </a:t>
            </a:r>
            <a:r>
              <a:rPr kumimoji="0" lang="nl-NL" altLang="nl-NL" sz="16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  <a:t>+ </a:t>
            </a:r>
            <a:r>
              <a:rPr kumimoji="0" lang="nl-NL" altLang="nl-NL" sz="1600" b="0" i="0" u="none" strike="noStrike" cap="none" normalizeH="0" baseline="0" dirty="0">
                <a:ln>
                  <a:noFill/>
                </a:ln>
                <a:solidFill>
                  <a:srgbClr val="C77DBB"/>
                </a:solidFill>
                <a:effectLst/>
                <a:latin typeface="JetBrains Mono"/>
              </a:rPr>
              <a:t>data</a:t>
            </a:r>
            <a:r>
              <a:rPr kumimoji="0" lang="nl-NL" altLang="nl-NL" sz="16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  <a:t>);</a:t>
            </a:r>
            <a:br>
              <a:rPr kumimoji="0" lang="nl-NL" altLang="nl-NL" sz="16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</a:br>
            <a:r>
              <a:rPr kumimoji="0" lang="nl-NL" altLang="nl-NL" sz="16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  <a:t>    }</a:t>
            </a:r>
            <a:br>
              <a:rPr kumimoji="0" lang="nl-NL" altLang="nl-NL" sz="16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</a:br>
            <a:r>
              <a:rPr kumimoji="0" lang="nl-NL" altLang="nl-NL" sz="16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  <a:t>}</a:t>
            </a:r>
            <a:br>
              <a:rPr kumimoji="0" lang="nl-NL" altLang="nl-NL" sz="16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</a:br>
            <a:br>
              <a:rPr kumimoji="0" lang="nl-NL" altLang="nl-NL" sz="16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</a:br>
            <a:r>
              <a:rPr kumimoji="0" lang="nl-NL" altLang="nl-NL" sz="1600" b="0" i="0" u="none" strike="noStrike" cap="none" normalizeH="0" baseline="0" dirty="0">
                <a:ln>
                  <a:noFill/>
                </a:ln>
                <a:solidFill>
                  <a:srgbClr val="CF8E6D"/>
                </a:solidFill>
                <a:effectLst/>
                <a:latin typeface="JetBrains Mono"/>
              </a:rPr>
              <a:t>class </a:t>
            </a:r>
            <a:r>
              <a:rPr kumimoji="0" lang="nl-NL" altLang="nl-NL" sz="160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  <a:t>ReadOnlyFileStorage</a:t>
            </a:r>
            <a:r>
              <a:rPr kumimoji="0" lang="nl-NL" altLang="nl-NL" sz="16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  <a:t> </a:t>
            </a:r>
            <a:r>
              <a:rPr kumimoji="0" lang="nl-NL" altLang="nl-NL" sz="1600" b="0" i="0" u="none" strike="noStrike" cap="none" normalizeH="0" baseline="0" dirty="0" err="1">
                <a:ln>
                  <a:noFill/>
                </a:ln>
                <a:solidFill>
                  <a:srgbClr val="CF8E6D"/>
                </a:solidFill>
                <a:effectLst/>
                <a:latin typeface="JetBrains Mono"/>
              </a:rPr>
              <a:t>extends</a:t>
            </a:r>
            <a:r>
              <a:rPr kumimoji="0" lang="nl-NL" altLang="nl-NL" sz="1600" b="0" i="0" u="none" strike="noStrike" cap="none" normalizeH="0" baseline="0" dirty="0">
                <a:ln>
                  <a:noFill/>
                </a:ln>
                <a:solidFill>
                  <a:srgbClr val="CF8E6D"/>
                </a:solidFill>
                <a:effectLst/>
                <a:latin typeface="JetBrains Mono"/>
              </a:rPr>
              <a:t> </a:t>
            </a:r>
            <a:r>
              <a:rPr kumimoji="0" lang="nl-NL" altLang="nl-NL" sz="160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  <a:t>FileStorage</a:t>
            </a:r>
            <a:r>
              <a:rPr kumimoji="0" lang="nl-NL" altLang="nl-NL" sz="16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  <a:t> {</a:t>
            </a:r>
            <a:br>
              <a:rPr kumimoji="0" lang="nl-NL" altLang="nl-NL" sz="16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</a:br>
            <a:r>
              <a:rPr kumimoji="0" lang="nl-NL" altLang="nl-NL" sz="16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  <a:t>    </a:t>
            </a:r>
            <a:r>
              <a:rPr kumimoji="0" lang="nl-NL" altLang="nl-NL" sz="1600" b="0" i="0" u="none" strike="noStrike" cap="none" normalizeH="0" baseline="0" dirty="0">
                <a:ln>
                  <a:noFill/>
                </a:ln>
                <a:solidFill>
                  <a:srgbClr val="B3AE60"/>
                </a:solidFill>
                <a:effectLst/>
                <a:latin typeface="JetBrains Mono"/>
              </a:rPr>
              <a:t>@Override</a:t>
            </a:r>
            <a:br>
              <a:rPr kumimoji="0" lang="nl-NL" altLang="nl-NL" sz="1600" b="0" i="0" u="none" strike="noStrike" cap="none" normalizeH="0" baseline="0" dirty="0">
                <a:ln>
                  <a:noFill/>
                </a:ln>
                <a:solidFill>
                  <a:srgbClr val="B3AE60"/>
                </a:solidFill>
                <a:effectLst/>
                <a:latin typeface="JetBrains Mono"/>
              </a:rPr>
            </a:br>
            <a:r>
              <a:rPr kumimoji="0" lang="nl-NL" altLang="nl-NL" sz="1600" b="0" i="0" u="none" strike="noStrike" cap="none" normalizeH="0" baseline="0" dirty="0">
                <a:ln>
                  <a:noFill/>
                </a:ln>
                <a:solidFill>
                  <a:srgbClr val="B3AE60"/>
                </a:solidFill>
                <a:effectLst/>
                <a:latin typeface="JetBrains Mono"/>
              </a:rPr>
              <a:t>    </a:t>
            </a:r>
            <a:r>
              <a:rPr lang="nl-NL" altLang="nl-NL" sz="1600" dirty="0" err="1">
                <a:solidFill>
                  <a:srgbClr val="CF8E6D"/>
                </a:solidFill>
                <a:latin typeface="JetBrains Mono"/>
              </a:rPr>
              <a:t>void</a:t>
            </a:r>
            <a:r>
              <a:rPr kumimoji="0" lang="nl-NL" altLang="nl-NL" sz="1600" b="0" i="0" u="none" strike="noStrike" cap="none" normalizeH="0" baseline="0" dirty="0">
                <a:ln>
                  <a:noFill/>
                </a:ln>
                <a:solidFill>
                  <a:srgbClr val="C77DBB"/>
                </a:solidFill>
                <a:effectLst/>
                <a:latin typeface="JetBrains Mono"/>
              </a:rPr>
              <a:t> </a:t>
            </a:r>
            <a:r>
              <a:rPr kumimoji="0" lang="nl-NL" altLang="nl-NL" sz="1600" b="0" i="0" u="none" strike="noStrike" cap="none" normalizeH="0" baseline="0" dirty="0">
                <a:ln>
                  <a:noFill/>
                </a:ln>
                <a:solidFill>
                  <a:srgbClr val="56A8F5"/>
                </a:solidFill>
                <a:effectLst/>
                <a:latin typeface="JetBrains Mono"/>
              </a:rPr>
              <a:t>save</a:t>
            </a:r>
            <a:r>
              <a:rPr kumimoji="0" lang="nl-NL" altLang="nl-NL" sz="16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  <a:t>(String </a:t>
            </a:r>
            <a:r>
              <a:rPr kumimoji="0" lang="nl-NL" altLang="nl-NL" sz="1600" b="0" i="0" u="none" strike="noStrike" cap="none" normalizeH="0" baseline="0" dirty="0">
                <a:ln>
                  <a:noFill/>
                </a:ln>
                <a:solidFill>
                  <a:srgbClr val="C77DBB"/>
                </a:solidFill>
                <a:effectLst/>
                <a:latin typeface="JetBrains Mono"/>
              </a:rPr>
              <a:t>data</a:t>
            </a:r>
            <a:r>
              <a:rPr kumimoji="0" lang="nl-NL" altLang="nl-NL" sz="16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  <a:t>) {</a:t>
            </a:r>
            <a:br>
              <a:rPr kumimoji="0" lang="nl-NL" altLang="nl-NL" sz="16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</a:br>
            <a:r>
              <a:rPr kumimoji="0" lang="nl-NL" altLang="nl-NL" sz="16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  <a:t>        </a:t>
            </a:r>
            <a:r>
              <a:rPr kumimoji="0" lang="nl-NL" altLang="nl-NL" sz="1600" b="0" i="0" u="none" strike="noStrike" cap="none" normalizeH="0" baseline="0" dirty="0" err="1">
                <a:ln>
                  <a:noFill/>
                </a:ln>
                <a:solidFill>
                  <a:srgbClr val="C77DBB"/>
                </a:solidFill>
                <a:effectLst/>
                <a:latin typeface="JetBrains Mono"/>
              </a:rPr>
              <a:t>System</a:t>
            </a:r>
            <a:r>
              <a:rPr kumimoji="0" lang="nl-NL" altLang="nl-NL" sz="160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  <a:t>.</a:t>
            </a:r>
            <a:r>
              <a:rPr kumimoji="0" lang="nl-NL" altLang="nl-NL" sz="1600" b="0" i="0" u="none" strike="noStrike" cap="none" normalizeH="0" baseline="0" dirty="0" err="1">
                <a:ln>
                  <a:noFill/>
                </a:ln>
                <a:solidFill>
                  <a:srgbClr val="C77DBB"/>
                </a:solidFill>
                <a:effectLst/>
                <a:latin typeface="JetBrains Mono"/>
              </a:rPr>
              <a:t>out</a:t>
            </a:r>
            <a:r>
              <a:rPr kumimoji="0" lang="nl-NL" altLang="nl-NL" sz="160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  <a:t>.</a:t>
            </a:r>
            <a:r>
              <a:rPr kumimoji="0" lang="nl-NL" altLang="nl-NL" sz="1600" b="0" i="0" u="none" strike="noStrike" cap="none" normalizeH="0" baseline="0" dirty="0" err="1">
                <a:ln>
                  <a:noFill/>
                </a:ln>
                <a:solidFill>
                  <a:srgbClr val="56A8F5"/>
                </a:solidFill>
                <a:effectLst/>
                <a:latin typeface="JetBrains Mono"/>
              </a:rPr>
              <a:t>println</a:t>
            </a:r>
            <a:r>
              <a:rPr kumimoji="0" lang="nl-NL" altLang="nl-NL" sz="16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  <a:t>(</a:t>
            </a:r>
            <a:r>
              <a:rPr kumimoji="0" lang="nl-NL" altLang="nl-NL" sz="16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JetBrains Mono"/>
              </a:rPr>
              <a:t>"Read-</a:t>
            </a:r>
            <a:r>
              <a:rPr kumimoji="0" lang="nl-NL" altLang="nl-NL" sz="1600" b="0" i="0" u="none" strike="noStrike" cap="none" normalizeH="0" baseline="0" dirty="0" err="1">
                <a:ln>
                  <a:noFill/>
                </a:ln>
                <a:solidFill>
                  <a:srgbClr val="6AAB73"/>
                </a:solidFill>
                <a:effectLst/>
                <a:latin typeface="JetBrains Mono"/>
              </a:rPr>
              <a:t>only</a:t>
            </a:r>
            <a:r>
              <a:rPr kumimoji="0" lang="nl-NL" altLang="nl-NL" sz="16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JetBrains Mono"/>
              </a:rPr>
              <a:t> mode — data NOT </a:t>
            </a:r>
            <a:r>
              <a:rPr kumimoji="0" lang="nl-NL" altLang="nl-NL" sz="1600" b="0" i="0" u="none" strike="noStrike" cap="none" normalizeH="0" baseline="0" dirty="0" err="1">
                <a:ln>
                  <a:noFill/>
                </a:ln>
                <a:solidFill>
                  <a:srgbClr val="6AAB73"/>
                </a:solidFill>
                <a:effectLst/>
                <a:latin typeface="JetBrains Mono"/>
              </a:rPr>
              <a:t>saved</a:t>
            </a:r>
            <a:r>
              <a:rPr kumimoji="0" lang="nl-NL" altLang="nl-NL" sz="16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JetBrains Mono"/>
              </a:rPr>
              <a:t>!"</a:t>
            </a:r>
            <a:r>
              <a:rPr kumimoji="0" lang="nl-NL" altLang="nl-NL" sz="16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  <a:t>);</a:t>
            </a:r>
            <a:br>
              <a:rPr kumimoji="0" lang="nl-NL" altLang="nl-NL" sz="16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</a:br>
            <a:r>
              <a:rPr kumimoji="0" lang="nl-NL" altLang="nl-NL" sz="16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  <a:t>    }</a:t>
            </a:r>
            <a:br>
              <a:rPr kumimoji="0" lang="nl-NL" altLang="nl-NL" sz="16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</a:br>
            <a:r>
              <a:rPr kumimoji="0" lang="nl-NL" altLang="nl-NL" sz="16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  <a:t>}</a:t>
            </a:r>
            <a:endParaRPr kumimoji="0" lang="nl-NL" altLang="nl-NL" sz="3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9" name="Rectangle 5">
            <a:extLst>
              <a:ext uri="{FF2B5EF4-FFF2-40B4-BE49-F238E27FC236}">
                <a16:creationId xmlns:a16="http://schemas.microsoft.com/office/drawing/2014/main" id="{B69D6540-25F8-8B5E-EE7B-3A1639150378}"/>
              </a:ext>
            </a:extLst>
          </p:cNvPr>
          <p:cNvSpPr>
            <a:spLocks noGrp="1" noChangeArrowheads="1"/>
          </p:cNvSpPr>
          <p:nvPr>
            <p:ph sz="half" idx="13"/>
          </p:nvPr>
        </p:nvSpPr>
        <p:spPr bwMode="auto">
          <a:xfrm>
            <a:off x="6205540" y="2433007"/>
            <a:ext cx="5536965" cy="3323987"/>
          </a:xfrm>
          <a:prstGeom prst="rect">
            <a:avLst/>
          </a:prstGeom>
          <a:solidFill>
            <a:srgbClr val="1E1F2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nl-NL" altLang="nl-NL" sz="1400" b="0" i="0" u="none" strike="noStrike" cap="none" normalizeH="0" baseline="0" dirty="0">
                <a:ln>
                  <a:noFill/>
                </a:ln>
                <a:solidFill>
                  <a:srgbClr val="CF8E6D"/>
                </a:solidFill>
                <a:effectLst/>
                <a:latin typeface="JetBrains Mono"/>
              </a:rPr>
              <a:t>interface </a:t>
            </a:r>
            <a:r>
              <a:rPr lang="nl-NL" altLang="nl-NL" sz="1400" dirty="0">
                <a:solidFill>
                  <a:srgbClr val="BCBEC4"/>
                </a:solidFill>
                <a:latin typeface="JetBrains Mono"/>
              </a:rPr>
              <a:t>Storage</a:t>
            </a:r>
            <a:r>
              <a:rPr kumimoji="0" lang="nl-NL" altLang="nl-NL" sz="1400" b="0" i="0" u="none" strike="noStrike" cap="none" normalizeH="0" baseline="0" dirty="0">
                <a:ln>
                  <a:noFill/>
                </a:ln>
                <a:solidFill>
                  <a:srgbClr val="56A8F5"/>
                </a:solidFill>
                <a:effectLst/>
                <a:latin typeface="JetBrains Mono"/>
              </a:rPr>
              <a:t> </a:t>
            </a:r>
            <a:r>
              <a:rPr kumimoji="0" lang="nl-NL" altLang="nl-NL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  <a:t>{</a:t>
            </a:r>
            <a:br>
              <a:rPr kumimoji="0" lang="nl-NL" altLang="nl-NL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</a:br>
            <a:r>
              <a:rPr kumimoji="0" lang="nl-NL" altLang="nl-NL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  <a:t>    </a:t>
            </a:r>
            <a:r>
              <a:rPr kumimoji="0" lang="nl-NL" altLang="nl-NL" sz="1400" b="0" i="0" u="none" strike="noStrike" cap="none" normalizeH="0" baseline="0" dirty="0" err="1">
                <a:ln>
                  <a:noFill/>
                </a:ln>
                <a:solidFill>
                  <a:srgbClr val="CF8E6D"/>
                </a:solidFill>
                <a:effectLst/>
                <a:latin typeface="JetBrains Mono"/>
              </a:rPr>
              <a:t>void</a:t>
            </a:r>
            <a:r>
              <a:rPr kumimoji="0" lang="nl-NL" altLang="nl-NL" sz="1400" b="0" i="0" u="none" strike="noStrike" cap="none" normalizeH="0" baseline="0" dirty="0">
                <a:ln>
                  <a:noFill/>
                </a:ln>
                <a:solidFill>
                  <a:srgbClr val="CF8E6D"/>
                </a:solidFill>
                <a:effectLst/>
                <a:latin typeface="JetBrains Mono"/>
              </a:rPr>
              <a:t> </a:t>
            </a:r>
            <a:r>
              <a:rPr kumimoji="0" lang="nl-NL" altLang="nl-NL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  <a:t>save(</a:t>
            </a:r>
            <a:r>
              <a:rPr lang="nl-NL" altLang="nl-NL" sz="1400" dirty="0">
                <a:solidFill>
                  <a:srgbClr val="BCBEC4"/>
                </a:solidFill>
                <a:latin typeface="JetBrains Mono"/>
              </a:rPr>
              <a:t>String </a:t>
            </a:r>
            <a:r>
              <a:rPr lang="nl-NL" altLang="nl-NL" sz="1400" dirty="0">
                <a:solidFill>
                  <a:srgbClr val="C77DBB"/>
                </a:solidFill>
                <a:latin typeface="JetBrains Mono"/>
              </a:rPr>
              <a:t>data</a:t>
            </a:r>
            <a:r>
              <a:rPr kumimoji="0" lang="nl-NL" altLang="nl-NL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  <a:t>);</a:t>
            </a:r>
            <a:br>
              <a:rPr kumimoji="0" lang="nl-NL" altLang="nl-NL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</a:br>
            <a:r>
              <a:rPr kumimoji="0" lang="nl-NL" altLang="nl-NL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  <a:t>}</a:t>
            </a:r>
            <a:br>
              <a:rPr kumimoji="0" lang="nl-NL" altLang="nl-NL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</a:br>
            <a:br>
              <a:rPr kumimoji="0" lang="nl-NL" altLang="nl-NL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</a:br>
            <a:r>
              <a:rPr kumimoji="0" lang="nl-NL" altLang="nl-NL" sz="1400" b="0" i="0" u="none" strike="noStrike" cap="none" normalizeH="0" baseline="0" dirty="0">
                <a:ln>
                  <a:noFill/>
                </a:ln>
                <a:solidFill>
                  <a:srgbClr val="CF8E6D"/>
                </a:solidFill>
                <a:effectLst/>
                <a:latin typeface="JetBrains Mono"/>
              </a:rPr>
              <a:t>class </a:t>
            </a:r>
            <a:r>
              <a:rPr kumimoji="0" lang="nl-NL" altLang="nl-NL" sz="140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  <a:t>FileStorage</a:t>
            </a:r>
            <a:r>
              <a:rPr kumimoji="0" lang="nl-NL" altLang="nl-NL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  <a:t> </a:t>
            </a:r>
            <a:r>
              <a:rPr kumimoji="0" lang="nl-NL" altLang="nl-NL" sz="1400" b="0" i="0" u="none" strike="noStrike" cap="none" normalizeH="0" baseline="0" dirty="0" err="1">
                <a:ln>
                  <a:noFill/>
                </a:ln>
                <a:solidFill>
                  <a:srgbClr val="CF8E6D"/>
                </a:solidFill>
                <a:effectLst/>
                <a:latin typeface="JetBrains Mono"/>
              </a:rPr>
              <a:t>implements</a:t>
            </a:r>
            <a:r>
              <a:rPr kumimoji="0" lang="nl-NL" altLang="nl-NL" sz="1400" b="0" i="0" u="none" strike="noStrike" cap="none" normalizeH="0" baseline="0" dirty="0">
                <a:ln>
                  <a:noFill/>
                </a:ln>
                <a:solidFill>
                  <a:srgbClr val="CF8E6D"/>
                </a:solidFill>
                <a:effectLst/>
                <a:latin typeface="JetBrains Mono"/>
              </a:rPr>
              <a:t> </a:t>
            </a:r>
            <a:r>
              <a:rPr kumimoji="0" lang="nl-NL" altLang="nl-NL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  <a:t>Storage {</a:t>
            </a:r>
            <a:br>
              <a:rPr kumimoji="0" lang="nl-NL" altLang="nl-NL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</a:br>
            <a:r>
              <a:rPr kumimoji="0" lang="nl-NL" altLang="nl-NL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  <a:t>    </a:t>
            </a:r>
            <a:r>
              <a:rPr kumimoji="0" lang="nl-NL" altLang="nl-NL" sz="1400" b="0" i="0" u="none" strike="noStrike" cap="none" normalizeH="0" baseline="0" dirty="0">
                <a:ln>
                  <a:noFill/>
                </a:ln>
                <a:solidFill>
                  <a:srgbClr val="CF8E6D"/>
                </a:solidFill>
                <a:effectLst/>
                <a:latin typeface="JetBrains Mono"/>
              </a:rPr>
              <a:t>public </a:t>
            </a:r>
            <a:r>
              <a:rPr lang="nl-NL" altLang="nl-NL" sz="1400" dirty="0" err="1">
                <a:solidFill>
                  <a:srgbClr val="CF8E6D"/>
                </a:solidFill>
                <a:latin typeface="JetBrains Mono"/>
              </a:rPr>
              <a:t>void</a:t>
            </a:r>
            <a:r>
              <a:rPr kumimoji="0" lang="nl-NL" altLang="nl-NL" sz="1400" b="0" i="0" u="none" strike="noStrike" cap="none" normalizeH="0" baseline="0" dirty="0">
                <a:ln>
                  <a:noFill/>
                </a:ln>
                <a:solidFill>
                  <a:srgbClr val="C77DBB"/>
                </a:solidFill>
                <a:effectLst/>
                <a:latin typeface="JetBrains Mono"/>
              </a:rPr>
              <a:t> </a:t>
            </a:r>
            <a:r>
              <a:rPr kumimoji="0" lang="nl-NL" altLang="nl-NL" sz="1400" b="0" i="0" u="none" strike="noStrike" cap="none" normalizeH="0" baseline="0" dirty="0">
                <a:ln>
                  <a:noFill/>
                </a:ln>
                <a:solidFill>
                  <a:srgbClr val="56A8F5"/>
                </a:solidFill>
                <a:effectLst/>
                <a:latin typeface="JetBrains Mono"/>
              </a:rPr>
              <a:t>save</a:t>
            </a:r>
            <a:r>
              <a:rPr kumimoji="0" lang="nl-NL" altLang="nl-NL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  <a:t>(String </a:t>
            </a:r>
            <a:r>
              <a:rPr kumimoji="0" lang="nl-NL" altLang="nl-NL" sz="1400" b="0" i="0" u="none" strike="noStrike" cap="none" normalizeH="0" baseline="0" dirty="0">
                <a:ln>
                  <a:noFill/>
                </a:ln>
                <a:solidFill>
                  <a:srgbClr val="C77DBB"/>
                </a:solidFill>
                <a:effectLst/>
                <a:latin typeface="JetBrains Mono"/>
              </a:rPr>
              <a:t>data</a:t>
            </a:r>
            <a:r>
              <a:rPr kumimoji="0" lang="nl-NL" altLang="nl-NL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  <a:t>) {</a:t>
            </a:r>
            <a:br>
              <a:rPr kumimoji="0" lang="nl-NL" altLang="nl-NL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</a:br>
            <a:r>
              <a:rPr kumimoji="0" lang="nl-NL" altLang="nl-NL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  <a:t>        </a:t>
            </a:r>
            <a:r>
              <a:rPr kumimoji="0" lang="nl-NL" altLang="nl-NL" sz="1400" b="0" i="0" u="none" strike="noStrike" cap="none" normalizeH="0" baseline="0" dirty="0" err="1">
                <a:ln>
                  <a:noFill/>
                </a:ln>
                <a:solidFill>
                  <a:srgbClr val="C77DBB"/>
                </a:solidFill>
                <a:effectLst/>
                <a:latin typeface="JetBrains Mono"/>
              </a:rPr>
              <a:t>System</a:t>
            </a:r>
            <a:r>
              <a:rPr kumimoji="0" lang="nl-NL" altLang="nl-NL" sz="140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  <a:t>.</a:t>
            </a:r>
            <a:r>
              <a:rPr kumimoji="0" lang="nl-NL" altLang="nl-NL" sz="1400" b="0" i="0" u="none" strike="noStrike" cap="none" normalizeH="0" baseline="0" dirty="0" err="1">
                <a:ln>
                  <a:noFill/>
                </a:ln>
                <a:solidFill>
                  <a:srgbClr val="C77DBB"/>
                </a:solidFill>
                <a:effectLst/>
                <a:latin typeface="JetBrains Mono"/>
              </a:rPr>
              <a:t>out</a:t>
            </a:r>
            <a:r>
              <a:rPr kumimoji="0" lang="nl-NL" altLang="nl-NL" sz="140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  <a:t>.</a:t>
            </a:r>
            <a:r>
              <a:rPr kumimoji="0" lang="nl-NL" altLang="nl-NL" sz="1400" b="0" i="0" u="none" strike="noStrike" cap="none" normalizeH="0" baseline="0" dirty="0" err="1">
                <a:ln>
                  <a:noFill/>
                </a:ln>
                <a:solidFill>
                  <a:srgbClr val="56A8F5"/>
                </a:solidFill>
                <a:effectLst/>
                <a:latin typeface="JetBrains Mono"/>
              </a:rPr>
              <a:t>println</a:t>
            </a:r>
            <a:r>
              <a:rPr kumimoji="0" lang="nl-NL" altLang="nl-NL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  <a:t>(</a:t>
            </a:r>
            <a:r>
              <a:rPr kumimoji="0" lang="nl-NL" altLang="nl-NL" sz="14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JetBrains Mono"/>
              </a:rPr>
              <a:t>"</a:t>
            </a:r>
            <a:r>
              <a:rPr kumimoji="0" lang="nl-NL" altLang="nl-NL" sz="1400" b="0" i="0" u="none" strike="noStrike" cap="none" normalizeH="0" baseline="0" dirty="0" err="1">
                <a:ln>
                  <a:noFill/>
                </a:ln>
                <a:solidFill>
                  <a:srgbClr val="6AAB73"/>
                </a:solidFill>
                <a:effectLst/>
                <a:latin typeface="JetBrains Mono"/>
              </a:rPr>
              <a:t>Saving</a:t>
            </a:r>
            <a:r>
              <a:rPr kumimoji="0" lang="nl-NL" altLang="nl-NL" sz="14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JetBrains Mono"/>
              </a:rPr>
              <a:t> </a:t>
            </a:r>
            <a:r>
              <a:rPr kumimoji="0" lang="nl-NL" altLang="nl-NL" sz="1400" b="0" i="0" u="none" strike="noStrike" cap="none" normalizeH="0" baseline="0" dirty="0" err="1">
                <a:ln>
                  <a:noFill/>
                </a:ln>
                <a:solidFill>
                  <a:srgbClr val="6AAB73"/>
                </a:solidFill>
                <a:effectLst/>
                <a:latin typeface="JetBrains Mono"/>
              </a:rPr>
              <a:t>to</a:t>
            </a:r>
            <a:r>
              <a:rPr kumimoji="0" lang="nl-NL" altLang="nl-NL" sz="14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JetBrains Mono"/>
              </a:rPr>
              <a:t> disk: " </a:t>
            </a:r>
            <a:r>
              <a:rPr kumimoji="0" lang="nl-NL" altLang="nl-NL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  <a:t>+ </a:t>
            </a:r>
            <a:r>
              <a:rPr kumimoji="0" lang="nl-NL" altLang="nl-NL" sz="1400" b="0" i="0" u="none" strike="noStrike" cap="none" normalizeH="0" baseline="0" dirty="0">
                <a:ln>
                  <a:noFill/>
                </a:ln>
                <a:solidFill>
                  <a:srgbClr val="C77DBB"/>
                </a:solidFill>
                <a:effectLst/>
                <a:latin typeface="JetBrains Mono"/>
              </a:rPr>
              <a:t>data</a:t>
            </a:r>
            <a:r>
              <a:rPr kumimoji="0" lang="nl-NL" altLang="nl-NL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  <a:t>);</a:t>
            </a:r>
            <a:br>
              <a:rPr kumimoji="0" lang="nl-NL" altLang="nl-NL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</a:br>
            <a:r>
              <a:rPr kumimoji="0" lang="nl-NL" altLang="nl-NL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  <a:t>    }</a:t>
            </a:r>
            <a:br>
              <a:rPr kumimoji="0" lang="nl-NL" altLang="nl-NL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</a:br>
            <a:r>
              <a:rPr kumimoji="0" lang="nl-NL" altLang="nl-NL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  <a:t>}</a:t>
            </a:r>
            <a:br>
              <a:rPr kumimoji="0" lang="nl-NL" altLang="nl-NL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</a:br>
            <a:br>
              <a:rPr kumimoji="0" lang="nl-NL" altLang="nl-NL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</a:br>
            <a:r>
              <a:rPr kumimoji="0" lang="nl-NL" altLang="nl-NL" sz="1400" b="0" i="0" u="none" strike="noStrike" cap="none" normalizeH="0" baseline="0" dirty="0">
                <a:ln>
                  <a:noFill/>
                </a:ln>
                <a:solidFill>
                  <a:srgbClr val="CF8E6D"/>
                </a:solidFill>
                <a:effectLst/>
                <a:latin typeface="JetBrains Mono"/>
              </a:rPr>
              <a:t>class </a:t>
            </a:r>
            <a:r>
              <a:rPr kumimoji="0" lang="nl-NL" altLang="nl-NL" sz="140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  <a:t>ReadOnlyStorage</a:t>
            </a:r>
            <a:r>
              <a:rPr kumimoji="0" lang="nl-NL" altLang="nl-NL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  <a:t> </a:t>
            </a:r>
            <a:r>
              <a:rPr kumimoji="0" lang="nl-NL" altLang="nl-NL" sz="1400" b="0" i="0" u="none" strike="noStrike" cap="none" normalizeH="0" baseline="0" dirty="0" err="1">
                <a:ln>
                  <a:noFill/>
                </a:ln>
                <a:solidFill>
                  <a:srgbClr val="CF8E6D"/>
                </a:solidFill>
                <a:effectLst/>
                <a:latin typeface="JetBrains Mono"/>
              </a:rPr>
              <a:t>implements</a:t>
            </a:r>
            <a:r>
              <a:rPr kumimoji="0" lang="nl-NL" altLang="nl-NL" sz="1400" b="0" i="0" u="none" strike="noStrike" cap="none" normalizeH="0" baseline="0" dirty="0">
                <a:ln>
                  <a:noFill/>
                </a:ln>
                <a:solidFill>
                  <a:srgbClr val="CF8E6D"/>
                </a:solidFill>
                <a:effectLst/>
                <a:latin typeface="JetBrains Mono"/>
              </a:rPr>
              <a:t> </a:t>
            </a:r>
            <a:r>
              <a:rPr lang="nl-NL" altLang="nl-NL" sz="1400" dirty="0">
                <a:solidFill>
                  <a:srgbClr val="BCBEC4"/>
                </a:solidFill>
                <a:latin typeface="JetBrains Mono"/>
              </a:rPr>
              <a:t>Storage</a:t>
            </a:r>
            <a:r>
              <a:rPr kumimoji="0" lang="nl-NL" altLang="nl-NL" sz="1400" b="0" i="0" u="none" strike="noStrike" cap="none" normalizeH="0" baseline="0" dirty="0">
                <a:ln>
                  <a:noFill/>
                </a:ln>
                <a:solidFill>
                  <a:srgbClr val="56A8F5"/>
                </a:solidFill>
                <a:effectLst/>
                <a:latin typeface="JetBrains Mono"/>
              </a:rPr>
              <a:t> </a:t>
            </a:r>
            <a:r>
              <a:rPr kumimoji="0" lang="nl-NL" altLang="nl-NL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  <a:t>{</a:t>
            </a:r>
            <a:br>
              <a:rPr kumimoji="0" lang="nl-NL" altLang="nl-NL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</a:br>
            <a:r>
              <a:rPr kumimoji="0" lang="nl-NL" altLang="nl-NL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  <a:t>    </a:t>
            </a:r>
            <a:r>
              <a:rPr kumimoji="0" lang="nl-NL" altLang="nl-NL" sz="1400" b="0" i="0" u="none" strike="noStrike" cap="none" normalizeH="0" baseline="0" dirty="0">
                <a:ln>
                  <a:noFill/>
                </a:ln>
                <a:solidFill>
                  <a:srgbClr val="CF8E6D"/>
                </a:solidFill>
                <a:effectLst/>
                <a:latin typeface="JetBrains Mono"/>
              </a:rPr>
              <a:t>public </a:t>
            </a:r>
            <a:r>
              <a:rPr lang="nl-NL" altLang="nl-NL" sz="1400" dirty="0" err="1">
                <a:solidFill>
                  <a:srgbClr val="CF8E6D"/>
                </a:solidFill>
                <a:latin typeface="JetBrains Mono"/>
              </a:rPr>
              <a:t>void</a:t>
            </a:r>
            <a:r>
              <a:rPr kumimoji="0" lang="nl-NL" altLang="nl-NL" sz="1400" b="0" i="0" u="none" strike="noStrike" cap="none" normalizeH="0" baseline="0" dirty="0">
                <a:ln>
                  <a:noFill/>
                </a:ln>
                <a:solidFill>
                  <a:srgbClr val="C77DBB"/>
                </a:solidFill>
                <a:effectLst/>
                <a:latin typeface="JetBrains Mono"/>
              </a:rPr>
              <a:t> </a:t>
            </a:r>
            <a:r>
              <a:rPr kumimoji="0" lang="nl-NL" altLang="nl-NL" sz="1400" b="0" i="0" u="none" strike="noStrike" cap="none" normalizeH="0" baseline="0" dirty="0">
                <a:ln>
                  <a:noFill/>
                </a:ln>
                <a:solidFill>
                  <a:srgbClr val="56A8F5"/>
                </a:solidFill>
                <a:effectLst/>
                <a:latin typeface="JetBrains Mono"/>
              </a:rPr>
              <a:t>save</a:t>
            </a:r>
            <a:r>
              <a:rPr kumimoji="0" lang="nl-NL" altLang="nl-NL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  <a:t>(String </a:t>
            </a:r>
            <a:r>
              <a:rPr kumimoji="0" lang="nl-NL" altLang="nl-NL" sz="1400" b="0" i="0" u="none" strike="noStrike" cap="none" normalizeH="0" baseline="0" dirty="0">
                <a:ln>
                  <a:noFill/>
                </a:ln>
                <a:solidFill>
                  <a:srgbClr val="C77DBB"/>
                </a:solidFill>
                <a:effectLst/>
                <a:latin typeface="JetBrains Mono"/>
              </a:rPr>
              <a:t>data</a:t>
            </a:r>
            <a:r>
              <a:rPr kumimoji="0" lang="nl-NL" altLang="nl-NL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  <a:t>) {</a:t>
            </a:r>
            <a:br>
              <a:rPr kumimoji="0" lang="nl-NL" altLang="nl-NL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</a:br>
            <a:r>
              <a:rPr kumimoji="0" lang="nl-NL" altLang="nl-NL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  <a:t>         </a:t>
            </a:r>
            <a:r>
              <a:rPr lang="nl-NL" altLang="nl-NL" sz="1400" dirty="0" err="1">
                <a:solidFill>
                  <a:srgbClr val="CF8E6D"/>
                </a:solidFill>
                <a:latin typeface="JetBrains Mono"/>
              </a:rPr>
              <a:t>throw</a:t>
            </a:r>
            <a:r>
              <a:rPr kumimoji="0" lang="nl-NL" altLang="nl-NL" sz="1400" b="0" i="0" u="none" strike="noStrike" cap="none" normalizeH="0" baseline="0" dirty="0">
                <a:ln>
                  <a:noFill/>
                </a:ln>
                <a:solidFill>
                  <a:srgbClr val="C77DBB"/>
                </a:solidFill>
                <a:effectLst/>
                <a:latin typeface="JetBrains Mono"/>
              </a:rPr>
              <a:t> new </a:t>
            </a:r>
            <a:r>
              <a:rPr kumimoji="0" lang="nl-NL" altLang="nl-NL" sz="1400" b="0" i="0" u="none" strike="noStrike" cap="none" normalizeH="0" baseline="0" dirty="0" err="1">
                <a:ln>
                  <a:noFill/>
                </a:ln>
                <a:solidFill>
                  <a:srgbClr val="56A8F5"/>
                </a:solidFill>
                <a:effectLst/>
                <a:latin typeface="JetBrains Mono"/>
              </a:rPr>
              <a:t>UnsupportedOperationException</a:t>
            </a:r>
            <a:r>
              <a:rPr kumimoji="0" lang="nl-NL" altLang="nl-NL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  <a:t>(</a:t>
            </a:r>
            <a:r>
              <a:rPr kumimoji="0" lang="nl-NL" altLang="nl-NL" sz="14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JetBrains Mono"/>
              </a:rPr>
              <a:t>"Storage is </a:t>
            </a:r>
            <a:r>
              <a:rPr kumimoji="0" lang="nl-NL" altLang="nl-NL" sz="1400" b="0" i="0" u="none" strike="noStrike" cap="none" normalizeH="0" baseline="0" dirty="0" err="1">
                <a:ln>
                  <a:noFill/>
                </a:ln>
                <a:solidFill>
                  <a:srgbClr val="6AAB73"/>
                </a:solidFill>
                <a:effectLst/>
                <a:latin typeface="JetBrains Mono"/>
              </a:rPr>
              <a:t>read-only</a:t>
            </a:r>
            <a:r>
              <a:rPr kumimoji="0" lang="nl-NL" altLang="nl-NL" sz="14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JetBrains Mono"/>
              </a:rPr>
              <a:t>"</a:t>
            </a:r>
            <a:r>
              <a:rPr kumimoji="0" lang="nl-NL" altLang="nl-NL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  <a:t>);</a:t>
            </a:r>
            <a:br>
              <a:rPr kumimoji="0" lang="nl-NL" altLang="nl-NL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</a:br>
            <a:r>
              <a:rPr kumimoji="0" lang="nl-NL" altLang="nl-NL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  <a:t>    }</a:t>
            </a:r>
            <a:br>
              <a:rPr kumimoji="0" lang="nl-NL" altLang="nl-NL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</a:br>
            <a:r>
              <a:rPr kumimoji="0" lang="nl-NL" altLang="nl-NL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  <a:t>}</a:t>
            </a:r>
            <a:endParaRPr kumimoji="0" lang="nl-NL" altLang="nl-NL" sz="3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465426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9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9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9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9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uiExpand="1" build="p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65A8D7-F963-92E9-E089-EA1C0F04A3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Interface Segregation principle</a:t>
            </a:r>
            <a:endParaRPr lang="nl-NL" dirty="0"/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851956E9-A952-3A22-2AAF-1CD7B898C904}"/>
              </a:ext>
            </a:extLst>
          </p:cNvPr>
          <p:cNvSpPr>
            <a:spLocks noGrp="1" noChangeArrowheads="1"/>
          </p:cNvSpPr>
          <p:nvPr>
            <p:ph sz="half" idx="1"/>
          </p:nvPr>
        </p:nvSpPr>
        <p:spPr bwMode="auto">
          <a:xfrm>
            <a:off x="851652" y="2591652"/>
            <a:ext cx="4395755" cy="2862322"/>
          </a:xfrm>
          <a:prstGeom prst="rect">
            <a:avLst/>
          </a:prstGeom>
          <a:solidFill>
            <a:srgbClr val="1E1F2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nl-NL" altLang="nl-NL" sz="2000" b="0" i="0" u="none" strike="noStrike" cap="none" normalizeH="0" baseline="0" dirty="0">
                <a:ln>
                  <a:noFill/>
                </a:ln>
                <a:solidFill>
                  <a:srgbClr val="CF8E6D"/>
                </a:solidFill>
                <a:effectLst/>
                <a:latin typeface="JetBrains Mono"/>
              </a:rPr>
              <a:t>interface </a:t>
            </a:r>
            <a:r>
              <a:rPr kumimoji="0" lang="nl-NL" altLang="nl-NL" sz="200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  <a:t>Worker</a:t>
            </a:r>
            <a:r>
              <a:rPr kumimoji="0" lang="nl-NL" altLang="nl-NL" sz="20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  <a:t> {</a:t>
            </a:r>
            <a:br>
              <a:rPr kumimoji="0" lang="nl-NL" altLang="nl-NL" sz="20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</a:br>
            <a:r>
              <a:rPr kumimoji="0" lang="nl-NL" altLang="nl-NL" sz="20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  <a:t>    </a:t>
            </a:r>
            <a:r>
              <a:rPr kumimoji="0" lang="nl-NL" altLang="nl-NL" sz="2000" b="0" i="0" u="none" strike="noStrike" cap="none" normalizeH="0" baseline="0" dirty="0" err="1">
                <a:ln>
                  <a:noFill/>
                </a:ln>
                <a:solidFill>
                  <a:srgbClr val="CF8E6D"/>
                </a:solidFill>
                <a:effectLst/>
                <a:latin typeface="JetBrains Mono"/>
              </a:rPr>
              <a:t>void</a:t>
            </a:r>
            <a:r>
              <a:rPr kumimoji="0" lang="nl-NL" altLang="nl-NL" sz="2000" b="0" i="0" u="none" strike="noStrike" cap="none" normalizeH="0" baseline="0" dirty="0">
                <a:ln>
                  <a:noFill/>
                </a:ln>
                <a:solidFill>
                  <a:srgbClr val="CF8E6D"/>
                </a:solidFill>
                <a:effectLst/>
                <a:latin typeface="JetBrains Mono"/>
              </a:rPr>
              <a:t> </a:t>
            </a:r>
            <a:r>
              <a:rPr kumimoji="0" lang="nl-NL" altLang="nl-NL" sz="200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  <a:t>work</a:t>
            </a:r>
            <a:r>
              <a:rPr kumimoji="0" lang="nl-NL" altLang="nl-NL" sz="20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  <a:t>();</a:t>
            </a:r>
            <a:br>
              <a:rPr kumimoji="0" lang="nl-NL" altLang="nl-NL" sz="20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</a:br>
            <a:r>
              <a:rPr kumimoji="0" lang="nl-NL" altLang="nl-NL" sz="20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  <a:t>    </a:t>
            </a:r>
            <a:r>
              <a:rPr kumimoji="0" lang="nl-NL" altLang="nl-NL" sz="2000" b="0" i="0" u="none" strike="noStrike" cap="none" normalizeH="0" baseline="0" dirty="0" err="1">
                <a:ln>
                  <a:noFill/>
                </a:ln>
                <a:solidFill>
                  <a:srgbClr val="CF8E6D"/>
                </a:solidFill>
                <a:effectLst/>
                <a:latin typeface="JetBrains Mono"/>
              </a:rPr>
              <a:t>void</a:t>
            </a:r>
            <a:r>
              <a:rPr kumimoji="0" lang="nl-NL" altLang="nl-NL" sz="2000" b="0" i="0" u="none" strike="noStrike" cap="none" normalizeH="0" baseline="0" dirty="0">
                <a:ln>
                  <a:noFill/>
                </a:ln>
                <a:solidFill>
                  <a:srgbClr val="CF8E6D"/>
                </a:solidFill>
                <a:effectLst/>
                <a:latin typeface="JetBrains Mono"/>
              </a:rPr>
              <a:t> </a:t>
            </a:r>
            <a:r>
              <a:rPr kumimoji="0" lang="nl-NL" altLang="nl-NL" sz="200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  <a:t>eat</a:t>
            </a:r>
            <a:r>
              <a:rPr kumimoji="0" lang="nl-NL" altLang="nl-NL" sz="20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  <a:t>();</a:t>
            </a:r>
            <a:br>
              <a:rPr kumimoji="0" lang="nl-NL" altLang="nl-NL" sz="20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</a:br>
            <a:r>
              <a:rPr kumimoji="0" lang="nl-NL" altLang="nl-NL" sz="20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  <a:t>}</a:t>
            </a:r>
            <a:br>
              <a:rPr kumimoji="0" lang="nl-NL" altLang="nl-NL" sz="20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</a:br>
            <a:br>
              <a:rPr kumimoji="0" lang="nl-NL" altLang="nl-NL" sz="20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</a:br>
            <a:r>
              <a:rPr kumimoji="0" lang="nl-NL" altLang="nl-NL" sz="2000" b="0" i="0" u="none" strike="noStrike" cap="none" normalizeH="0" baseline="0" dirty="0">
                <a:ln>
                  <a:noFill/>
                </a:ln>
                <a:solidFill>
                  <a:srgbClr val="CF8E6D"/>
                </a:solidFill>
                <a:effectLst/>
                <a:latin typeface="JetBrains Mono"/>
              </a:rPr>
              <a:t>class </a:t>
            </a:r>
            <a:r>
              <a:rPr kumimoji="0" lang="nl-NL" altLang="nl-NL" sz="20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  <a:t>Robot </a:t>
            </a:r>
            <a:r>
              <a:rPr kumimoji="0" lang="nl-NL" altLang="nl-NL" sz="2000" b="0" i="0" u="none" strike="noStrike" cap="none" normalizeH="0" baseline="0" dirty="0" err="1">
                <a:ln>
                  <a:noFill/>
                </a:ln>
                <a:solidFill>
                  <a:srgbClr val="CF8E6D"/>
                </a:solidFill>
                <a:effectLst/>
                <a:latin typeface="JetBrains Mono"/>
              </a:rPr>
              <a:t>implements</a:t>
            </a:r>
            <a:r>
              <a:rPr kumimoji="0" lang="nl-NL" altLang="nl-NL" sz="2000" b="0" i="0" u="none" strike="noStrike" cap="none" normalizeH="0" baseline="0" dirty="0">
                <a:ln>
                  <a:noFill/>
                </a:ln>
                <a:solidFill>
                  <a:srgbClr val="CF8E6D"/>
                </a:solidFill>
                <a:effectLst/>
                <a:latin typeface="JetBrains Mono"/>
              </a:rPr>
              <a:t> </a:t>
            </a:r>
            <a:r>
              <a:rPr kumimoji="0" lang="nl-NL" altLang="nl-NL" sz="200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  <a:t>Worker</a:t>
            </a:r>
            <a:r>
              <a:rPr kumimoji="0" lang="nl-NL" altLang="nl-NL" sz="20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  <a:t> {</a:t>
            </a:r>
            <a:br>
              <a:rPr kumimoji="0" lang="nl-NL" altLang="nl-NL" sz="20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</a:br>
            <a:r>
              <a:rPr kumimoji="0" lang="nl-NL" altLang="nl-NL" sz="20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  <a:t>    </a:t>
            </a:r>
            <a:r>
              <a:rPr kumimoji="0" lang="nl-NL" altLang="nl-NL" sz="2000" b="0" i="0" u="none" strike="noStrike" cap="none" normalizeH="0" baseline="0" dirty="0">
                <a:ln>
                  <a:noFill/>
                </a:ln>
                <a:solidFill>
                  <a:srgbClr val="CF8E6D"/>
                </a:solidFill>
                <a:effectLst/>
                <a:latin typeface="JetBrains Mono"/>
              </a:rPr>
              <a:t>public </a:t>
            </a:r>
            <a:r>
              <a:rPr kumimoji="0" lang="nl-NL" altLang="nl-NL" sz="2000" b="0" i="0" u="none" strike="noStrike" cap="none" normalizeH="0" baseline="0" dirty="0" err="1">
                <a:ln>
                  <a:noFill/>
                </a:ln>
                <a:solidFill>
                  <a:srgbClr val="C77DBB"/>
                </a:solidFill>
                <a:effectLst/>
                <a:latin typeface="JetBrains Mono"/>
              </a:rPr>
              <a:t>void</a:t>
            </a:r>
            <a:r>
              <a:rPr kumimoji="0" lang="nl-NL" altLang="nl-NL" sz="2000" b="0" i="0" u="none" strike="noStrike" cap="none" normalizeH="0" baseline="0" dirty="0">
                <a:ln>
                  <a:noFill/>
                </a:ln>
                <a:solidFill>
                  <a:srgbClr val="C77DBB"/>
                </a:solidFill>
                <a:effectLst/>
                <a:latin typeface="JetBrains Mono"/>
              </a:rPr>
              <a:t> </a:t>
            </a:r>
            <a:r>
              <a:rPr kumimoji="0" lang="nl-NL" altLang="nl-NL" sz="2000" b="0" i="0" u="none" strike="noStrike" cap="none" normalizeH="0" baseline="0" dirty="0" err="1">
                <a:ln>
                  <a:noFill/>
                </a:ln>
                <a:solidFill>
                  <a:srgbClr val="56A8F5"/>
                </a:solidFill>
                <a:effectLst/>
                <a:latin typeface="JetBrains Mono"/>
              </a:rPr>
              <a:t>work</a:t>
            </a:r>
            <a:r>
              <a:rPr kumimoji="0" lang="nl-NL" altLang="nl-NL" sz="20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  <a:t>() {}</a:t>
            </a:r>
            <a:br>
              <a:rPr kumimoji="0" lang="nl-NL" altLang="nl-NL" sz="20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</a:br>
            <a:r>
              <a:rPr kumimoji="0" lang="nl-NL" altLang="nl-NL" sz="20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  <a:t>    </a:t>
            </a:r>
            <a:r>
              <a:rPr kumimoji="0" lang="nl-NL" altLang="nl-NL" sz="2000" b="0" i="0" u="none" strike="noStrike" cap="none" normalizeH="0" baseline="0" dirty="0">
                <a:ln>
                  <a:noFill/>
                </a:ln>
                <a:solidFill>
                  <a:srgbClr val="CF8E6D"/>
                </a:solidFill>
                <a:effectLst/>
                <a:latin typeface="JetBrains Mono"/>
              </a:rPr>
              <a:t>public </a:t>
            </a:r>
            <a:r>
              <a:rPr kumimoji="0" lang="nl-NL" altLang="nl-NL" sz="2000" b="0" i="0" u="none" strike="noStrike" cap="none" normalizeH="0" baseline="0" dirty="0" err="1">
                <a:ln>
                  <a:noFill/>
                </a:ln>
                <a:solidFill>
                  <a:srgbClr val="C77DBB"/>
                </a:solidFill>
                <a:effectLst/>
                <a:latin typeface="JetBrains Mono"/>
              </a:rPr>
              <a:t>void</a:t>
            </a:r>
            <a:r>
              <a:rPr kumimoji="0" lang="nl-NL" altLang="nl-NL" sz="2000" b="0" i="0" u="none" strike="noStrike" cap="none" normalizeH="0" baseline="0" dirty="0">
                <a:ln>
                  <a:noFill/>
                </a:ln>
                <a:solidFill>
                  <a:srgbClr val="C77DBB"/>
                </a:solidFill>
                <a:effectLst/>
                <a:latin typeface="JetBrains Mono"/>
              </a:rPr>
              <a:t> </a:t>
            </a:r>
            <a:r>
              <a:rPr kumimoji="0" lang="nl-NL" altLang="nl-NL" sz="2000" b="0" i="0" u="none" strike="noStrike" cap="none" normalizeH="0" baseline="0" dirty="0" err="1">
                <a:ln>
                  <a:noFill/>
                </a:ln>
                <a:solidFill>
                  <a:srgbClr val="56A8F5"/>
                </a:solidFill>
                <a:effectLst/>
                <a:latin typeface="JetBrains Mono"/>
              </a:rPr>
              <a:t>eat</a:t>
            </a:r>
            <a:r>
              <a:rPr kumimoji="0" lang="nl-NL" altLang="nl-NL" sz="20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  <a:t>() {} </a:t>
            </a:r>
            <a:r>
              <a:rPr kumimoji="0" lang="nl-NL" altLang="nl-NL" sz="2000" b="0" i="0" u="none" strike="noStrike" cap="none" normalizeH="0" baseline="0" dirty="0">
                <a:ln>
                  <a:noFill/>
                </a:ln>
                <a:solidFill>
                  <a:srgbClr val="7A7E85"/>
                </a:solidFill>
                <a:effectLst/>
                <a:latin typeface="JetBrains Mono"/>
              </a:rPr>
              <a:t>// robots </a:t>
            </a:r>
            <a:r>
              <a:rPr kumimoji="0" lang="nl-NL" altLang="nl-NL" sz="2000" b="0" i="0" u="none" strike="noStrike" cap="none" normalizeH="0" baseline="0" dirty="0" err="1">
                <a:ln>
                  <a:noFill/>
                </a:ln>
                <a:solidFill>
                  <a:srgbClr val="7A7E85"/>
                </a:solidFill>
                <a:effectLst/>
                <a:latin typeface="JetBrains Mono"/>
              </a:rPr>
              <a:t>don’t</a:t>
            </a:r>
            <a:r>
              <a:rPr kumimoji="0" lang="nl-NL" altLang="nl-NL" sz="2000" b="0" i="0" u="none" strike="noStrike" cap="none" normalizeH="0" baseline="0" dirty="0">
                <a:ln>
                  <a:noFill/>
                </a:ln>
                <a:solidFill>
                  <a:srgbClr val="7A7E85"/>
                </a:solidFill>
                <a:effectLst/>
                <a:latin typeface="JetBrains Mono"/>
              </a:rPr>
              <a:t> </a:t>
            </a:r>
            <a:r>
              <a:rPr kumimoji="0" lang="nl-NL" altLang="nl-NL" sz="2000" b="0" i="0" u="none" strike="noStrike" cap="none" normalizeH="0" baseline="0" dirty="0" err="1">
                <a:ln>
                  <a:noFill/>
                </a:ln>
                <a:solidFill>
                  <a:srgbClr val="7A7E85"/>
                </a:solidFill>
                <a:effectLst/>
                <a:latin typeface="JetBrains Mono"/>
              </a:rPr>
              <a:t>eat</a:t>
            </a:r>
            <a:r>
              <a:rPr kumimoji="0" lang="nl-NL" altLang="nl-NL" sz="2000" b="0" i="0" u="none" strike="noStrike" cap="none" normalizeH="0" baseline="0" dirty="0">
                <a:ln>
                  <a:noFill/>
                </a:ln>
                <a:solidFill>
                  <a:srgbClr val="7A7E85"/>
                </a:solidFill>
                <a:effectLst/>
                <a:latin typeface="JetBrains Mono"/>
              </a:rPr>
              <a:t>!</a:t>
            </a:r>
            <a:br>
              <a:rPr kumimoji="0" lang="nl-NL" altLang="nl-NL" sz="2000" b="0" i="0" u="none" strike="noStrike" cap="none" normalizeH="0" baseline="0" dirty="0">
                <a:ln>
                  <a:noFill/>
                </a:ln>
                <a:solidFill>
                  <a:srgbClr val="7A7E85"/>
                </a:solidFill>
                <a:effectLst/>
                <a:latin typeface="JetBrains Mono"/>
              </a:rPr>
            </a:br>
            <a:r>
              <a:rPr kumimoji="0" lang="nl-NL" altLang="nl-NL" sz="20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  <a:t>}</a:t>
            </a:r>
            <a:endParaRPr kumimoji="0" lang="nl-NL" altLang="nl-NL" sz="4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55999A49-1C4B-FF3F-D8BD-D897ED7387CE}"/>
              </a:ext>
            </a:extLst>
          </p:cNvPr>
          <p:cNvSpPr>
            <a:spLocks noGrp="1" noChangeArrowheads="1"/>
          </p:cNvSpPr>
          <p:nvPr>
            <p:ph sz="half" idx="13"/>
          </p:nvPr>
        </p:nvSpPr>
        <p:spPr bwMode="auto">
          <a:xfrm>
            <a:off x="5639243" y="2129987"/>
            <a:ext cx="5803961" cy="3785652"/>
          </a:xfrm>
          <a:prstGeom prst="rect">
            <a:avLst/>
          </a:prstGeom>
          <a:solidFill>
            <a:srgbClr val="1E1F2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nl-NL" altLang="nl-NL" sz="2400" b="0" i="0" u="none" strike="noStrike" cap="none" normalizeH="0" baseline="0" dirty="0">
                <a:ln>
                  <a:noFill/>
                </a:ln>
                <a:solidFill>
                  <a:srgbClr val="CF8E6D"/>
                </a:solidFill>
                <a:effectLst/>
                <a:latin typeface="JetBrains Mono"/>
              </a:rPr>
              <a:t>interface </a:t>
            </a:r>
            <a:r>
              <a:rPr kumimoji="0" lang="nl-NL" altLang="nl-NL" sz="240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  <a:t>Workable</a:t>
            </a:r>
            <a:r>
              <a:rPr kumimoji="0" lang="nl-NL" altLang="nl-NL" sz="2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  <a:t> { </a:t>
            </a:r>
            <a:r>
              <a:rPr kumimoji="0" lang="nl-NL" altLang="nl-NL" sz="2400" b="0" i="0" u="none" strike="noStrike" cap="none" normalizeH="0" baseline="0" dirty="0" err="1">
                <a:ln>
                  <a:noFill/>
                </a:ln>
                <a:solidFill>
                  <a:srgbClr val="CF8E6D"/>
                </a:solidFill>
                <a:effectLst/>
                <a:latin typeface="JetBrains Mono"/>
              </a:rPr>
              <a:t>void</a:t>
            </a:r>
            <a:r>
              <a:rPr kumimoji="0" lang="nl-NL" altLang="nl-NL" sz="2400" b="0" i="0" u="none" strike="noStrike" cap="none" normalizeH="0" baseline="0" dirty="0">
                <a:ln>
                  <a:noFill/>
                </a:ln>
                <a:solidFill>
                  <a:srgbClr val="CF8E6D"/>
                </a:solidFill>
                <a:effectLst/>
                <a:latin typeface="JetBrains Mono"/>
              </a:rPr>
              <a:t> </a:t>
            </a:r>
            <a:r>
              <a:rPr kumimoji="0" lang="nl-NL" altLang="nl-NL" sz="240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  <a:t>work</a:t>
            </a:r>
            <a:r>
              <a:rPr kumimoji="0" lang="nl-NL" altLang="nl-NL" sz="2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  <a:t>(); }</a:t>
            </a:r>
            <a:br>
              <a:rPr kumimoji="0" lang="nl-NL" altLang="nl-NL" sz="2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</a:br>
            <a:r>
              <a:rPr kumimoji="0" lang="nl-NL" altLang="nl-NL" sz="2400" b="0" i="0" u="none" strike="noStrike" cap="none" normalizeH="0" baseline="0" dirty="0">
                <a:ln>
                  <a:noFill/>
                </a:ln>
                <a:solidFill>
                  <a:srgbClr val="CF8E6D"/>
                </a:solidFill>
                <a:effectLst/>
                <a:latin typeface="JetBrains Mono"/>
              </a:rPr>
              <a:t>interface </a:t>
            </a:r>
            <a:r>
              <a:rPr kumimoji="0" lang="nl-NL" altLang="nl-NL" sz="240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  <a:t>Eatable</a:t>
            </a:r>
            <a:r>
              <a:rPr kumimoji="0" lang="nl-NL" altLang="nl-NL" sz="2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  <a:t> { </a:t>
            </a:r>
            <a:r>
              <a:rPr kumimoji="0" lang="nl-NL" altLang="nl-NL" sz="2400" b="0" i="0" u="none" strike="noStrike" cap="none" normalizeH="0" baseline="0" dirty="0" err="1">
                <a:ln>
                  <a:noFill/>
                </a:ln>
                <a:solidFill>
                  <a:srgbClr val="CF8E6D"/>
                </a:solidFill>
                <a:effectLst/>
                <a:latin typeface="JetBrains Mono"/>
              </a:rPr>
              <a:t>void</a:t>
            </a:r>
            <a:r>
              <a:rPr kumimoji="0" lang="nl-NL" altLang="nl-NL" sz="2400" b="0" i="0" u="none" strike="noStrike" cap="none" normalizeH="0" baseline="0" dirty="0">
                <a:ln>
                  <a:noFill/>
                </a:ln>
                <a:solidFill>
                  <a:srgbClr val="CF8E6D"/>
                </a:solidFill>
                <a:effectLst/>
                <a:latin typeface="JetBrains Mono"/>
              </a:rPr>
              <a:t> </a:t>
            </a:r>
            <a:r>
              <a:rPr kumimoji="0" lang="nl-NL" altLang="nl-NL" sz="240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  <a:t>eat</a:t>
            </a:r>
            <a:r>
              <a:rPr kumimoji="0" lang="nl-NL" altLang="nl-NL" sz="2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  <a:t>(); }</a:t>
            </a:r>
            <a:br>
              <a:rPr kumimoji="0" lang="nl-NL" altLang="nl-NL" sz="2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</a:br>
            <a:br>
              <a:rPr kumimoji="0" lang="nl-NL" altLang="nl-NL" sz="2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</a:br>
            <a:r>
              <a:rPr kumimoji="0" lang="nl-NL" altLang="nl-NL" sz="2400" b="0" i="0" u="none" strike="noStrike" cap="none" normalizeH="0" baseline="0" dirty="0">
                <a:ln>
                  <a:noFill/>
                </a:ln>
                <a:solidFill>
                  <a:srgbClr val="CF8E6D"/>
                </a:solidFill>
                <a:effectLst/>
                <a:latin typeface="JetBrains Mono"/>
              </a:rPr>
              <a:t>class </a:t>
            </a:r>
            <a:r>
              <a:rPr kumimoji="0" lang="nl-NL" altLang="nl-NL" sz="2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  <a:t>Robot </a:t>
            </a:r>
            <a:r>
              <a:rPr kumimoji="0" lang="nl-NL" altLang="nl-NL" sz="2400" b="0" i="0" u="none" strike="noStrike" cap="none" normalizeH="0" baseline="0" dirty="0" err="1">
                <a:ln>
                  <a:noFill/>
                </a:ln>
                <a:solidFill>
                  <a:srgbClr val="CF8E6D"/>
                </a:solidFill>
                <a:effectLst/>
                <a:latin typeface="JetBrains Mono"/>
              </a:rPr>
              <a:t>implements</a:t>
            </a:r>
            <a:r>
              <a:rPr kumimoji="0" lang="nl-NL" altLang="nl-NL" sz="2400" b="0" i="0" u="none" strike="noStrike" cap="none" normalizeH="0" baseline="0" dirty="0">
                <a:ln>
                  <a:noFill/>
                </a:ln>
                <a:solidFill>
                  <a:srgbClr val="CF8E6D"/>
                </a:solidFill>
                <a:effectLst/>
                <a:latin typeface="JetBrains Mono"/>
              </a:rPr>
              <a:t> </a:t>
            </a:r>
            <a:r>
              <a:rPr kumimoji="0" lang="nl-NL" altLang="nl-NL" sz="240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  <a:t>Workable</a:t>
            </a:r>
            <a:r>
              <a:rPr kumimoji="0" lang="nl-NL" altLang="nl-NL" sz="2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  <a:t> {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nl-NL" altLang="nl-NL" sz="2400" dirty="0">
                <a:solidFill>
                  <a:srgbClr val="BCBEC4"/>
                </a:solidFill>
                <a:latin typeface="JetBrains Mono"/>
              </a:rPr>
              <a:t>    </a:t>
            </a:r>
            <a:r>
              <a:rPr kumimoji="0" lang="nl-NL" altLang="nl-NL" sz="2400" b="0" i="0" u="none" strike="noStrike" cap="none" normalizeH="0" baseline="0" dirty="0">
                <a:ln>
                  <a:noFill/>
                </a:ln>
                <a:solidFill>
                  <a:srgbClr val="CF8E6D"/>
                </a:solidFill>
                <a:effectLst/>
                <a:latin typeface="JetBrains Mono"/>
              </a:rPr>
              <a:t>public </a:t>
            </a:r>
            <a:r>
              <a:rPr kumimoji="0" lang="nl-NL" altLang="nl-NL" sz="2400" b="0" i="0" u="none" strike="noStrike" cap="none" normalizeH="0" baseline="0" dirty="0" err="1">
                <a:ln>
                  <a:noFill/>
                </a:ln>
                <a:solidFill>
                  <a:srgbClr val="C77DBB"/>
                </a:solidFill>
                <a:effectLst/>
                <a:latin typeface="JetBrains Mono"/>
              </a:rPr>
              <a:t>void</a:t>
            </a:r>
            <a:r>
              <a:rPr kumimoji="0" lang="nl-NL" altLang="nl-NL" sz="2400" b="0" i="0" u="none" strike="noStrike" cap="none" normalizeH="0" baseline="0" dirty="0">
                <a:ln>
                  <a:noFill/>
                </a:ln>
                <a:solidFill>
                  <a:srgbClr val="C77DBB"/>
                </a:solidFill>
                <a:effectLst/>
                <a:latin typeface="JetBrains Mono"/>
              </a:rPr>
              <a:t> </a:t>
            </a:r>
            <a:r>
              <a:rPr kumimoji="0" lang="nl-NL" altLang="nl-NL" sz="2400" b="0" i="0" u="none" strike="noStrike" cap="none" normalizeH="0" baseline="0" dirty="0" err="1">
                <a:ln>
                  <a:noFill/>
                </a:ln>
                <a:solidFill>
                  <a:srgbClr val="56A8F5"/>
                </a:solidFill>
                <a:effectLst/>
                <a:latin typeface="JetBrains Mono"/>
              </a:rPr>
              <a:t>work</a:t>
            </a:r>
            <a:r>
              <a:rPr kumimoji="0" lang="nl-NL" altLang="nl-NL" sz="2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  <a:t>() {}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nl-NL" altLang="nl-NL" sz="2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  <a:t>}</a:t>
            </a:r>
            <a:br>
              <a:rPr kumimoji="0" lang="nl-NL" altLang="nl-NL" sz="2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</a:br>
            <a:r>
              <a:rPr kumimoji="0" lang="nl-NL" altLang="nl-NL" sz="2400" b="0" i="0" u="none" strike="noStrike" cap="none" normalizeH="0" baseline="0" dirty="0">
                <a:ln>
                  <a:noFill/>
                </a:ln>
                <a:solidFill>
                  <a:srgbClr val="CF8E6D"/>
                </a:solidFill>
                <a:effectLst/>
                <a:latin typeface="JetBrains Mono"/>
              </a:rPr>
              <a:t>class </a:t>
            </a:r>
            <a:r>
              <a:rPr kumimoji="0" lang="nl-NL" altLang="nl-NL" sz="2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  <a:t>Human </a:t>
            </a:r>
            <a:r>
              <a:rPr kumimoji="0" lang="nl-NL" altLang="nl-NL" sz="2400" b="0" i="0" u="none" strike="noStrike" cap="none" normalizeH="0" baseline="0" dirty="0" err="1">
                <a:ln>
                  <a:noFill/>
                </a:ln>
                <a:solidFill>
                  <a:srgbClr val="CF8E6D"/>
                </a:solidFill>
                <a:effectLst/>
                <a:latin typeface="JetBrains Mono"/>
              </a:rPr>
              <a:t>implements</a:t>
            </a:r>
            <a:r>
              <a:rPr kumimoji="0" lang="nl-NL" altLang="nl-NL" sz="2400" b="0" i="0" u="none" strike="noStrike" cap="none" normalizeH="0" baseline="0" dirty="0">
                <a:ln>
                  <a:noFill/>
                </a:ln>
                <a:solidFill>
                  <a:srgbClr val="CF8E6D"/>
                </a:solidFill>
                <a:effectLst/>
                <a:latin typeface="JetBrains Mono"/>
              </a:rPr>
              <a:t> </a:t>
            </a:r>
            <a:r>
              <a:rPr kumimoji="0" lang="nl-NL" altLang="nl-NL" sz="240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  <a:t>Workable</a:t>
            </a:r>
            <a:r>
              <a:rPr kumimoji="0" lang="nl-NL" altLang="nl-NL" sz="2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  <a:t>, </a:t>
            </a:r>
            <a:r>
              <a:rPr kumimoji="0" lang="nl-NL" altLang="nl-NL" sz="240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  <a:t>Eatable</a:t>
            </a:r>
            <a:r>
              <a:rPr kumimoji="0" lang="nl-NL" altLang="nl-NL" sz="2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  <a:t> {</a:t>
            </a:r>
            <a:br>
              <a:rPr kumimoji="0" lang="nl-NL" altLang="nl-NL" sz="2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</a:br>
            <a:r>
              <a:rPr kumimoji="0" lang="nl-NL" altLang="nl-NL" sz="2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  <a:t>    </a:t>
            </a:r>
            <a:r>
              <a:rPr kumimoji="0" lang="nl-NL" altLang="nl-NL" sz="2400" b="0" i="0" u="none" strike="noStrike" cap="none" normalizeH="0" baseline="0" dirty="0">
                <a:ln>
                  <a:noFill/>
                </a:ln>
                <a:solidFill>
                  <a:srgbClr val="CF8E6D"/>
                </a:solidFill>
                <a:effectLst/>
                <a:latin typeface="JetBrains Mono"/>
              </a:rPr>
              <a:t>public </a:t>
            </a:r>
            <a:r>
              <a:rPr kumimoji="0" lang="nl-NL" altLang="nl-NL" sz="2400" b="0" i="0" u="none" strike="noStrike" cap="none" normalizeH="0" baseline="0" dirty="0" err="1">
                <a:ln>
                  <a:noFill/>
                </a:ln>
                <a:solidFill>
                  <a:srgbClr val="C77DBB"/>
                </a:solidFill>
                <a:effectLst/>
                <a:latin typeface="JetBrains Mono"/>
              </a:rPr>
              <a:t>void</a:t>
            </a:r>
            <a:r>
              <a:rPr kumimoji="0" lang="nl-NL" altLang="nl-NL" sz="2400" b="0" i="0" u="none" strike="noStrike" cap="none" normalizeH="0" baseline="0" dirty="0">
                <a:ln>
                  <a:noFill/>
                </a:ln>
                <a:solidFill>
                  <a:srgbClr val="C77DBB"/>
                </a:solidFill>
                <a:effectLst/>
                <a:latin typeface="JetBrains Mono"/>
              </a:rPr>
              <a:t> </a:t>
            </a:r>
            <a:r>
              <a:rPr kumimoji="0" lang="nl-NL" altLang="nl-NL" sz="2400" b="0" i="0" u="none" strike="noStrike" cap="none" normalizeH="0" baseline="0" dirty="0" err="1">
                <a:ln>
                  <a:noFill/>
                </a:ln>
                <a:solidFill>
                  <a:srgbClr val="56A8F5"/>
                </a:solidFill>
                <a:effectLst/>
                <a:latin typeface="JetBrains Mono"/>
              </a:rPr>
              <a:t>work</a:t>
            </a:r>
            <a:r>
              <a:rPr kumimoji="0" lang="nl-NL" altLang="nl-NL" sz="2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  <a:t>() {}</a:t>
            </a:r>
            <a:br>
              <a:rPr kumimoji="0" lang="nl-NL" altLang="nl-NL" sz="2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</a:br>
            <a:r>
              <a:rPr kumimoji="0" lang="nl-NL" altLang="nl-NL" sz="2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  <a:t>    </a:t>
            </a:r>
            <a:r>
              <a:rPr kumimoji="0" lang="nl-NL" altLang="nl-NL" sz="2400" b="0" i="0" u="none" strike="noStrike" cap="none" normalizeH="0" baseline="0" dirty="0">
                <a:ln>
                  <a:noFill/>
                </a:ln>
                <a:solidFill>
                  <a:srgbClr val="CF8E6D"/>
                </a:solidFill>
                <a:effectLst/>
                <a:latin typeface="JetBrains Mono"/>
              </a:rPr>
              <a:t>public </a:t>
            </a:r>
            <a:r>
              <a:rPr kumimoji="0" lang="nl-NL" altLang="nl-NL" sz="2400" b="0" i="0" u="none" strike="noStrike" cap="none" normalizeH="0" baseline="0" dirty="0" err="1">
                <a:ln>
                  <a:noFill/>
                </a:ln>
                <a:solidFill>
                  <a:srgbClr val="C77DBB"/>
                </a:solidFill>
                <a:effectLst/>
                <a:latin typeface="JetBrains Mono"/>
              </a:rPr>
              <a:t>void</a:t>
            </a:r>
            <a:r>
              <a:rPr kumimoji="0" lang="nl-NL" altLang="nl-NL" sz="2400" b="0" i="0" u="none" strike="noStrike" cap="none" normalizeH="0" baseline="0" dirty="0">
                <a:ln>
                  <a:noFill/>
                </a:ln>
                <a:solidFill>
                  <a:srgbClr val="C77DBB"/>
                </a:solidFill>
                <a:effectLst/>
                <a:latin typeface="JetBrains Mono"/>
              </a:rPr>
              <a:t> </a:t>
            </a:r>
            <a:r>
              <a:rPr kumimoji="0" lang="nl-NL" altLang="nl-NL" sz="2400" b="0" i="0" u="none" strike="noStrike" cap="none" normalizeH="0" baseline="0" dirty="0" err="1">
                <a:ln>
                  <a:noFill/>
                </a:ln>
                <a:solidFill>
                  <a:srgbClr val="56A8F5"/>
                </a:solidFill>
                <a:effectLst/>
                <a:latin typeface="JetBrains Mono"/>
              </a:rPr>
              <a:t>eat</a:t>
            </a:r>
            <a:r>
              <a:rPr kumimoji="0" lang="nl-NL" altLang="nl-NL" sz="2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  <a:t>() {}</a:t>
            </a:r>
            <a:br>
              <a:rPr kumimoji="0" lang="nl-NL" altLang="nl-NL" sz="2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</a:br>
            <a:r>
              <a:rPr kumimoji="0" lang="nl-NL" altLang="nl-NL" sz="2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  <a:t>}</a:t>
            </a:r>
            <a:endParaRPr kumimoji="0" lang="nl-NL" altLang="nl-NL" sz="4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8527082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158FF86C-1054-DA8E-631A-72E74D3ED2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86077" y="508635"/>
            <a:ext cx="3019846" cy="5830114"/>
          </a:xfrm>
          <a:prstGeom prst="rect">
            <a:avLst/>
          </a:prstGeom>
        </p:spPr>
      </p:pic>
      <p:sp>
        <p:nvSpPr>
          <p:cNvPr id="11" name="Title 10">
            <a:extLst>
              <a:ext uri="{FF2B5EF4-FFF2-40B4-BE49-F238E27FC236}">
                <a16:creationId xmlns:a16="http://schemas.microsoft.com/office/drawing/2014/main" id="{21544644-0F8F-41D8-16C1-B1AD131892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203097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94F4E1-DE1E-1B32-8C3C-90E3EC9E41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0C5E0C-E32D-EF1A-9199-1C8ABBD06F71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0D82CFB-1B15-78E8-D4AA-41894E165EE4}"/>
              </a:ext>
            </a:extLst>
          </p:cNvPr>
          <p:cNvSpPr>
            <a:spLocks noGrp="1"/>
          </p:cNvSpPr>
          <p:nvPr>
            <p:ph sz="half" idx="13"/>
          </p:nvPr>
        </p:nvSpPr>
        <p:spPr/>
        <p:txBody>
          <a:bodyPr/>
          <a:lstStyle/>
          <a:p>
            <a:endParaRPr lang="nl-NL"/>
          </a:p>
        </p:txBody>
      </p:sp>
      <p:pic>
        <p:nvPicPr>
          <p:cNvPr id="5" name="Picture 4" descr="A drawing of arrows in a hexagon shape&#10;&#10;AI-generated content may be incorrect.">
            <a:extLst>
              <a:ext uri="{FF2B5EF4-FFF2-40B4-BE49-F238E27FC236}">
                <a16:creationId xmlns:a16="http://schemas.microsoft.com/office/drawing/2014/main" id="{28CBA96D-11D0-A922-9282-950D6DAD8DD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22633" b="21117"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998857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949957-6A30-1509-2BC3-8B3B07EDFF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Dependency Inversion</a:t>
            </a:r>
            <a:endParaRPr lang="nl-NL" dirty="0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C24CC794-6252-1544-AAA8-0C813E72E7A6}"/>
              </a:ext>
            </a:extLst>
          </p:cNvPr>
          <p:cNvSpPr/>
          <p:nvPr/>
        </p:nvSpPr>
        <p:spPr>
          <a:xfrm>
            <a:off x="5350042" y="2971800"/>
            <a:ext cx="1491916" cy="91440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Domain</a:t>
            </a:r>
            <a:endParaRPr lang="nl-NL" dirty="0"/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39CF56ED-65F3-7220-53B8-795E0087D0B3}"/>
              </a:ext>
            </a:extLst>
          </p:cNvPr>
          <p:cNvSpPr/>
          <p:nvPr/>
        </p:nvSpPr>
        <p:spPr>
          <a:xfrm>
            <a:off x="2578768" y="2971800"/>
            <a:ext cx="1491916" cy="91440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API</a:t>
            </a:r>
            <a:endParaRPr lang="nl-NL" dirty="0"/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8F85115D-3CE7-7004-199F-5B4688320961}"/>
              </a:ext>
            </a:extLst>
          </p:cNvPr>
          <p:cNvSpPr/>
          <p:nvPr/>
        </p:nvSpPr>
        <p:spPr>
          <a:xfrm>
            <a:off x="8121316" y="2971800"/>
            <a:ext cx="1491916" cy="91440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Persistence</a:t>
            </a:r>
            <a:endParaRPr lang="nl-NL" dirty="0"/>
          </a:p>
        </p:txBody>
      </p:sp>
      <p:sp>
        <p:nvSpPr>
          <p:cNvPr id="13" name="Arrow: Down 12">
            <a:extLst>
              <a:ext uri="{FF2B5EF4-FFF2-40B4-BE49-F238E27FC236}">
                <a16:creationId xmlns:a16="http://schemas.microsoft.com/office/drawing/2014/main" id="{67190161-3E4C-D880-D2AC-04E965589557}"/>
              </a:ext>
            </a:extLst>
          </p:cNvPr>
          <p:cNvSpPr/>
          <p:nvPr/>
        </p:nvSpPr>
        <p:spPr>
          <a:xfrm rot="16200000">
            <a:off x="4460694" y="2789319"/>
            <a:ext cx="499339" cy="1279359"/>
          </a:xfrm>
          <a:prstGeom prst="downArrow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14" name="Arrow: Down 13">
            <a:extLst>
              <a:ext uri="{FF2B5EF4-FFF2-40B4-BE49-F238E27FC236}">
                <a16:creationId xmlns:a16="http://schemas.microsoft.com/office/drawing/2014/main" id="{1730B068-73B9-6C5A-D541-B20486F5EF2B}"/>
              </a:ext>
            </a:extLst>
          </p:cNvPr>
          <p:cNvSpPr/>
          <p:nvPr/>
        </p:nvSpPr>
        <p:spPr>
          <a:xfrm rot="16200000">
            <a:off x="7231967" y="2789318"/>
            <a:ext cx="499339" cy="1279359"/>
          </a:xfrm>
          <a:prstGeom prst="downArrow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E2D3F1F-F9F9-994D-CD0A-D982EDA8BCA4}"/>
              </a:ext>
            </a:extLst>
          </p:cNvPr>
          <p:cNvSpPr txBox="1"/>
          <p:nvPr/>
        </p:nvSpPr>
        <p:spPr>
          <a:xfrm>
            <a:off x="6926804" y="2809995"/>
            <a:ext cx="11096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save(data)</a:t>
            </a: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11112119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1B77F6-8FD7-2C8C-6C54-B66CDE970E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7F3FBD-8E11-6627-025C-F228262345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Dependency Inversion</a:t>
            </a:r>
            <a:endParaRPr lang="nl-NL" dirty="0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04C41230-E882-1A78-C648-5EE016A3E737}"/>
              </a:ext>
            </a:extLst>
          </p:cNvPr>
          <p:cNvSpPr/>
          <p:nvPr/>
        </p:nvSpPr>
        <p:spPr>
          <a:xfrm>
            <a:off x="5350042" y="2971800"/>
            <a:ext cx="1491916" cy="91440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Domain</a:t>
            </a:r>
            <a:endParaRPr lang="nl-NL" dirty="0"/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AA212C43-8E6F-90B6-1407-7C86232D6F1A}"/>
              </a:ext>
            </a:extLst>
          </p:cNvPr>
          <p:cNvSpPr/>
          <p:nvPr/>
        </p:nvSpPr>
        <p:spPr>
          <a:xfrm>
            <a:off x="2578768" y="2971800"/>
            <a:ext cx="1491916" cy="91440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API</a:t>
            </a:r>
            <a:endParaRPr lang="nl-NL" dirty="0"/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FA3EC4D6-F60A-39FA-8A66-1470E7727652}"/>
              </a:ext>
            </a:extLst>
          </p:cNvPr>
          <p:cNvSpPr/>
          <p:nvPr/>
        </p:nvSpPr>
        <p:spPr>
          <a:xfrm>
            <a:off x="8121316" y="2971800"/>
            <a:ext cx="1491916" cy="91440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Persistence</a:t>
            </a:r>
            <a:endParaRPr lang="nl-NL" dirty="0"/>
          </a:p>
        </p:txBody>
      </p:sp>
      <p:sp>
        <p:nvSpPr>
          <p:cNvPr id="13" name="Arrow: Down 12">
            <a:extLst>
              <a:ext uri="{FF2B5EF4-FFF2-40B4-BE49-F238E27FC236}">
                <a16:creationId xmlns:a16="http://schemas.microsoft.com/office/drawing/2014/main" id="{1AC7D955-BCC8-B233-6F2B-5F217F6378D4}"/>
              </a:ext>
            </a:extLst>
          </p:cNvPr>
          <p:cNvSpPr/>
          <p:nvPr/>
        </p:nvSpPr>
        <p:spPr>
          <a:xfrm rot="16200000">
            <a:off x="4460694" y="2789319"/>
            <a:ext cx="499339" cy="1279359"/>
          </a:xfrm>
          <a:prstGeom prst="downArrow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14" name="Arrow: Down 13">
            <a:extLst>
              <a:ext uri="{FF2B5EF4-FFF2-40B4-BE49-F238E27FC236}">
                <a16:creationId xmlns:a16="http://schemas.microsoft.com/office/drawing/2014/main" id="{B80EEC22-9C0B-4636-FB95-35814D818277}"/>
              </a:ext>
            </a:extLst>
          </p:cNvPr>
          <p:cNvSpPr/>
          <p:nvPr/>
        </p:nvSpPr>
        <p:spPr>
          <a:xfrm rot="5400000">
            <a:off x="7231967" y="2789318"/>
            <a:ext cx="499339" cy="1279359"/>
          </a:xfrm>
          <a:prstGeom prst="downArrow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0CF1F6E-DC4B-814D-05CD-6F82B5F372C3}"/>
              </a:ext>
            </a:extLst>
          </p:cNvPr>
          <p:cNvSpPr/>
          <p:nvPr/>
        </p:nvSpPr>
        <p:spPr>
          <a:xfrm>
            <a:off x="4884820" y="2180720"/>
            <a:ext cx="2370221" cy="2496553"/>
          </a:xfrm>
          <a:prstGeom prst="rect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23AD680-0EDF-D66A-07F9-7BE000044066}"/>
              </a:ext>
            </a:extLst>
          </p:cNvPr>
          <p:cNvSpPr txBox="1"/>
          <p:nvPr/>
        </p:nvSpPr>
        <p:spPr>
          <a:xfrm>
            <a:off x="6900737" y="2809996"/>
            <a:ext cx="12635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save(data)??</a:t>
            </a: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411313045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A2AA8E-A99B-3DC1-131F-545DC5F291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D001BA-96DE-5B6B-5709-4718E5C404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Dependency Inversion</a:t>
            </a:r>
            <a:endParaRPr lang="nl-NL" dirty="0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96A9F601-8A23-1750-306D-639F299DA2DC}"/>
              </a:ext>
            </a:extLst>
          </p:cNvPr>
          <p:cNvSpPr/>
          <p:nvPr/>
        </p:nvSpPr>
        <p:spPr>
          <a:xfrm>
            <a:off x="4070682" y="2992840"/>
            <a:ext cx="1491916" cy="91440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Domain</a:t>
            </a:r>
            <a:endParaRPr lang="nl-NL" dirty="0"/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884AD234-68B3-B934-C3CB-50DAAC7A023A}"/>
              </a:ext>
            </a:extLst>
          </p:cNvPr>
          <p:cNvSpPr/>
          <p:nvPr/>
        </p:nvSpPr>
        <p:spPr>
          <a:xfrm>
            <a:off x="1299408" y="2992840"/>
            <a:ext cx="1491916" cy="91440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API</a:t>
            </a:r>
            <a:endParaRPr lang="nl-NL" dirty="0"/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17FA97B3-9F90-9CCF-F4B4-CB1A1F23E764}"/>
              </a:ext>
            </a:extLst>
          </p:cNvPr>
          <p:cNvSpPr/>
          <p:nvPr/>
        </p:nvSpPr>
        <p:spPr>
          <a:xfrm>
            <a:off x="9613232" y="2992840"/>
            <a:ext cx="1491916" cy="91440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Persistence</a:t>
            </a:r>
            <a:endParaRPr lang="nl-NL" dirty="0"/>
          </a:p>
        </p:txBody>
      </p:sp>
      <p:sp>
        <p:nvSpPr>
          <p:cNvPr id="13" name="Arrow: Down 12">
            <a:extLst>
              <a:ext uri="{FF2B5EF4-FFF2-40B4-BE49-F238E27FC236}">
                <a16:creationId xmlns:a16="http://schemas.microsoft.com/office/drawing/2014/main" id="{C7956B0C-4ADD-84CF-0175-B02CCFB19453}"/>
              </a:ext>
            </a:extLst>
          </p:cNvPr>
          <p:cNvSpPr/>
          <p:nvPr/>
        </p:nvSpPr>
        <p:spPr>
          <a:xfrm rot="16200000">
            <a:off x="3181334" y="2810359"/>
            <a:ext cx="499339" cy="1279359"/>
          </a:xfrm>
          <a:prstGeom prst="downArrow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14" name="Arrow: Down 13">
            <a:extLst>
              <a:ext uri="{FF2B5EF4-FFF2-40B4-BE49-F238E27FC236}">
                <a16:creationId xmlns:a16="http://schemas.microsoft.com/office/drawing/2014/main" id="{46292FDC-91F3-9C89-1A47-7E92A9CB3832}"/>
              </a:ext>
            </a:extLst>
          </p:cNvPr>
          <p:cNvSpPr/>
          <p:nvPr/>
        </p:nvSpPr>
        <p:spPr>
          <a:xfrm rot="5400000">
            <a:off x="8723883" y="2810358"/>
            <a:ext cx="499339" cy="1279359"/>
          </a:xfrm>
          <a:prstGeom prst="downArrow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78A4E794-BF3C-C31F-AD1C-4B748621CF00}"/>
              </a:ext>
            </a:extLst>
          </p:cNvPr>
          <p:cNvSpPr/>
          <p:nvPr/>
        </p:nvSpPr>
        <p:spPr>
          <a:xfrm>
            <a:off x="6841957" y="2992840"/>
            <a:ext cx="1491916" cy="91440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Persistence Interface</a:t>
            </a:r>
            <a:endParaRPr lang="nl-NL" dirty="0"/>
          </a:p>
        </p:txBody>
      </p:sp>
      <p:sp>
        <p:nvSpPr>
          <p:cNvPr id="4" name="Arrow: Down 3">
            <a:extLst>
              <a:ext uri="{FF2B5EF4-FFF2-40B4-BE49-F238E27FC236}">
                <a16:creationId xmlns:a16="http://schemas.microsoft.com/office/drawing/2014/main" id="{8716033F-85BC-6CCD-79D6-5A1FD38FE179}"/>
              </a:ext>
            </a:extLst>
          </p:cNvPr>
          <p:cNvSpPr/>
          <p:nvPr/>
        </p:nvSpPr>
        <p:spPr>
          <a:xfrm rot="16200000">
            <a:off x="5952609" y="2810359"/>
            <a:ext cx="499339" cy="1279359"/>
          </a:xfrm>
          <a:prstGeom prst="downArrow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B27657B-A531-962B-7228-278E340F1199}"/>
              </a:ext>
            </a:extLst>
          </p:cNvPr>
          <p:cNvSpPr/>
          <p:nvPr/>
        </p:nvSpPr>
        <p:spPr>
          <a:xfrm>
            <a:off x="3765884" y="2180720"/>
            <a:ext cx="4914900" cy="2496553"/>
          </a:xfrm>
          <a:prstGeom prst="rect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D4DB042-4563-CDD6-306A-3AA2932FC0CF}"/>
              </a:ext>
            </a:extLst>
          </p:cNvPr>
          <p:cNvSpPr txBox="1"/>
          <p:nvPr/>
        </p:nvSpPr>
        <p:spPr>
          <a:xfrm>
            <a:off x="5643688" y="2860283"/>
            <a:ext cx="11096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save(data)</a:t>
            </a: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237272665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38A795-B519-9626-3736-D6F6C6E49D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81E1B3-61AA-38CC-4956-1BBF50D85E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Dependency Inversion</a:t>
            </a:r>
            <a:endParaRPr lang="nl-NL" dirty="0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F64D1484-44BE-8E6B-C416-873D71EC4876}"/>
              </a:ext>
            </a:extLst>
          </p:cNvPr>
          <p:cNvSpPr/>
          <p:nvPr/>
        </p:nvSpPr>
        <p:spPr>
          <a:xfrm>
            <a:off x="4070682" y="2992840"/>
            <a:ext cx="1491916" cy="91440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Domain</a:t>
            </a:r>
            <a:endParaRPr lang="nl-NL" dirty="0"/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B5D0490A-1628-8440-5DC1-942C08B75D54}"/>
              </a:ext>
            </a:extLst>
          </p:cNvPr>
          <p:cNvSpPr/>
          <p:nvPr/>
        </p:nvSpPr>
        <p:spPr>
          <a:xfrm>
            <a:off x="1299408" y="2992840"/>
            <a:ext cx="1491916" cy="91440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API</a:t>
            </a:r>
            <a:endParaRPr lang="nl-NL" dirty="0"/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0D4E96B3-9DA4-D436-C500-D19CDC97C9E8}"/>
              </a:ext>
            </a:extLst>
          </p:cNvPr>
          <p:cNvSpPr/>
          <p:nvPr/>
        </p:nvSpPr>
        <p:spPr>
          <a:xfrm>
            <a:off x="9613232" y="2992840"/>
            <a:ext cx="1491916" cy="91440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Persistence</a:t>
            </a:r>
          </a:p>
          <a:p>
            <a:pPr algn="ctr"/>
            <a:r>
              <a:rPr lang="en-GB" dirty="0"/>
              <a:t>Adapter</a:t>
            </a:r>
            <a:endParaRPr lang="nl-NL" dirty="0"/>
          </a:p>
        </p:txBody>
      </p:sp>
      <p:sp>
        <p:nvSpPr>
          <p:cNvPr id="13" name="Arrow: Down 12">
            <a:extLst>
              <a:ext uri="{FF2B5EF4-FFF2-40B4-BE49-F238E27FC236}">
                <a16:creationId xmlns:a16="http://schemas.microsoft.com/office/drawing/2014/main" id="{B1D21980-1D35-C043-4D5F-15C1988432CB}"/>
              </a:ext>
            </a:extLst>
          </p:cNvPr>
          <p:cNvSpPr/>
          <p:nvPr/>
        </p:nvSpPr>
        <p:spPr>
          <a:xfrm rot="16200000">
            <a:off x="3181334" y="2810359"/>
            <a:ext cx="499339" cy="1279359"/>
          </a:xfrm>
          <a:prstGeom prst="downArrow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14" name="Arrow: Down 13">
            <a:extLst>
              <a:ext uri="{FF2B5EF4-FFF2-40B4-BE49-F238E27FC236}">
                <a16:creationId xmlns:a16="http://schemas.microsoft.com/office/drawing/2014/main" id="{D7F3E139-33B9-EC8A-3BA0-EAD36333DA17}"/>
              </a:ext>
            </a:extLst>
          </p:cNvPr>
          <p:cNvSpPr/>
          <p:nvPr/>
        </p:nvSpPr>
        <p:spPr>
          <a:xfrm rot="5400000">
            <a:off x="8723883" y="2810358"/>
            <a:ext cx="499339" cy="1279359"/>
          </a:xfrm>
          <a:prstGeom prst="downArrow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2ED9242E-2189-5C27-47A4-A34B342C9F81}"/>
              </a:ext>
            </a:extLst>
          </p:cNvPr>
          <p:cNvSpPr/>
          <p:nvPr/>
        </p:nvSpPr>
        <p:spPr>
          <a:xfrm>
            <a:off x="6841957" y="2992840"/>
            <a:ext cx="1491916" cy="91440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Persistence</a:t>
            </a:r>
          </a:p>
          <a:p>
            <a:pPr algn="ctr"/>
            <a:r>
              <a:rPr lang="en-GB" dirty="0"/>
              <a:t>Port</a:t>
            </a:r>
            <a:endParaRPr lang="nl-NL" dirty="0"/>
          </a:p>
        </p:txBody>
      </p:sp>
      <p:sp>
        <p:nvSpPr>
          <p:cNvPr id="4" name="Arrow: Down 3">
            <a:extLst>
              <a:ext uri="{FF2B5EF4-FFF2-40B4-BE49-F238E27FC236}">
                <a16:creationId xmlns:a16="http://schemas.microsoft.com/office/drawing/2014/main" id="{49BEC977-2B0C-FA0D-33B9-BB36A8A83DE4}"/>
              </a:ext>
            </a:extLst>
          </p:cNvPr>
          <p:cNvSpPr/>
          <p:nvPr/>
        </p:nvSpPr>
        <p:spPr>
          <a:xfrm rot="16200000">
            <a:off x="5952609" y="2810359"/>
            <a:ext cx="499339" cy="1279359"/>
          </a:xfrm>
          <a:prstGeom prst="downArrow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2DD98E3-899E-005C-66D9-C8EF2693FC9E}"/>
              </a:ext>
            </a:extLst>
          </p:cNvPr>
          <p:cNvSpPr/>
          <p:nvPr/>
        </p:nvSpPr>
        <p:spPr>
          <a:xfrm>
            <a:off x="3765884" y="2180720"/>
            <a:ext cx="4914900" cy="2496553"/>
          </a:xfrm>
          <a:prstGeom prst="rect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B99D289-2D36-41AB-05E1-2A3301EA488F}"/>
              </a:ext>
            </a:extLst>
          </p:cNvPr>
          <p:cNvSpPr txBox="1"/>
          <p:nvPr/>
        </p:nvSpPr>
        <p:spPr>
          <a:xfrm>
            <a:off x="5643688" y="2860283"/>
            <a:ext cx="11096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save(data)</a:t>
            </a: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19717852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6887A4-F5B0-72B5-9B22-FE9918A59B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D1741A-50F7-9E6C-4210-A62B8AF4FD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Dependency Inversion</a:t>
            </a:r>
            <a:endParaRPr lang="nl-NL" dirty="0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47370C9A-FE8B-CE50-1031-28C37595BDE7}"/>
              </a:ext>
            </a:extLst>
          </p:cNvPr>
          <p:cNvSpPr/>
          <p:nvPr/>
        </p:nvSpPr>
        <p:spPr>
          <a:xfrm>
            <a:off x="5336003" y="3013881"/>
            <a:ext cx="1491916" cy="91440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Domain</a:t>
            </a:r>
            <a:endParaRPr lang="nl-NL" dirty="0"/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4E79377A-1AFC-6BF8-E719-EC091ABB85C4}"/>
              </a:ext>
            </a:extLst>
          </p:cNvPr>
          <p:cNvSpPr/>
          <p:nvPr/>
        </p:nvSpPr>
        <p:spPr>
          <a:xfrm>
            <a:off x="142373" y="3013881"/>
            <a:ext cx="1491916" cy="91440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API</a:t>
            </a:r>
            <a:br>
              <a:rPr lang="en-GB" dirty="0"/>
            </a:br>
            <a:r>
              <a:rPr lang="en-GB" dirty="0"/>
              <a:t>Adapter</a:t>
            </a:r>
            <a:endParaRPr lang="nl-NL" dirty="0"/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2CC0BB3C-F0FF-F85E-CCD9-7A51F85D4F66}"/>
              </a:ext>
            </a:extLst>
          </p:cNvPr>
          <p:cNvSpPr/>
          <p:nvPr/>
        </p:nvSpPr>
        <p:spPr>
          <a:xfrm>
            <a:off x="10557711" y="3013881"/>
            <a:ext cx="1491916" cy="91440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Persistence</a:t>
            </a:r>
          </a:p>
          <a:p>
            <a:pPr algn="ctr"/>
            <a:r>
              <a:rPr lang="en-GB" dirty="0"/>
              <a:t>Adapter</a:t>
            </a:r>
            <a:endParaRPr lang="nl-NL" dirty="0"/>
          </a:p>
        </p:txBody>
      </p:sp>
      <p:sp>
        <p:nvSpPr>
          <p:cNvPr id="13" name="Arrow: Down 12">
            <a:extLst>
              <a:ext uri="{FF2B5EF4-FFF2-40B4-BE49-F238E27FC236}">
                <a16:creationId xmlns:a16="http://schemas.microsoft.com/office/drawing/2014/main" id="{C5DF3CAB-EFA8-6E60-F3D7-1E080612EF29}"/>
              </a:ext>
            </a:extLst>
          </p:cNvPr>
          <p:cNvSpPr/>
          <p:nvPr/>
        </p:nvSpPr>
        <p:spPr>
          <a:xfrm rot="16200000">
            <a:off x="2024299" y="2831400"/>
            <a:ext cx="499339" cy="1279359"/>
          </a:xfrm>
          <a:prstGeom prst="downArrow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14" name="Arrow: Down 13">
            <a:extLst>
              <a:ext uri="{FF2B5EF4-FFF2-40B4-BE49-F238E27FC236}">
                <a16:creationId xmlns:a16="http://schemas.microsoft.com/office/drawing/2014/main" id="{449585A7-8756-0B38-E2AC-0172A5E1EC8C}"/>
              </a:ext>
            </a:extLst>
          </p:cNvPr>
          <p:cNvSpPr/>
          <p:nvPr/>
        </p:nvSpPr>
        <p:spPr>
          <a:xfrm rot="5400000">
            <a:off x="9668362" y="2831399"/>
            <a:ext cx="499339" cy="1279359"/>
          </a:xfrm>
          <a:prstGeom prst="downArrow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F5F4D5A0-08DF-B17F-DB77-44E6C274E1B5}"/>
              </a:ext>
            </a:extLst>
          </p:cNvPr>
          <p:cNvSpPr/>
          <p:nvPr/>
        </p:nvSpPr>
        <p:spPr>
          <a:xfrm>
            <a:off x="7786436" y="3013881"/>
            <a:ext cx="1491916" cy="91440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Persistence</a:t>
            </a:r>
          </a:p>
          <a:p>
            <a:pPr algn="ctr"/>
            <a:r>
              <a:rPr lang="en-GB" dirty="0"/>
              <a:t>Port</a:t>
            </a:r>
            <a:endParaRPr lang="nl-NL" dirty="0"/>
          </a:p>
        </p:txBody>
      </p:sp>
      <p:sp>
        <p:nvSpPr>
          <p:cNvPr id="4" name="Arrow: Down 3">
            <a:extLst>
              <a:ext uri="{FF2B5EF4-FFF2-40B4-BE49-F238E27FC236}">
                <a16:creationId xmlns:a16="http://schemas.microsoft.com/office/drawing/2014/main" id="{53525870-C702-D832-0DED-F0E1684089BF}"/>
              </a:ext>
            </a:extLst>
          </p:cNvPr>
          <p:cNvSpPr/>
          <p:nvPr/>
        </p:nvSpPr>
        <p:spPr>
          <a:xfrm rot="16200000">
            <a:off x="7057509" y="2991821"/>
            <a:ext cx="499339" cy="958516"/>
          </a:xfrm>
          <a:prstGeom prst="downArrow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FC840C1-EBC2-BCBB-81B5-97C87BC431C5}"/>
              </a:ext>
            </a:extLst>
          </p:cNvPr>
          <p:cNvSpPr/>
          <p:nvPr/>
        </p:nvSpPr>
        <p:spPr>
          <a:xfrm>
            <a:off x="2574758" y="2201761"/>
            <a:ext cx="7050505" cy="2496553"/>
          </a:xfrm>
          <a:prstGeom prst="rect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F1A0EFDE-4BC9-9347-2FB4-8D4D703CB3E5}"/>
              </a:ext>
            </a:extLst>
          </p:cNvPr>
          <p:cNvSpPr/>
          <p:nvPr/>
        </p:nvSpPr>
        <p:spPr>
          <a:xfrm>
            <a:off x="2918535" y="3013881"/>
            <a:ext cx="1491916" cy="91440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API</a:t>
            </a:r>
            <a:br>
              <a:rPr lang="en-GB" dirty="0"/>
            </a:br>
            <a:r>
              <a:rPr lang="en-GB" dirty="0"/>
              <a:t>Port</a:t>
            </a:r>
            <a:endParaRPr lang="nl-NL" dirty="0"/>
          </a:p>
        </p:txBody>
      </p:sp>
      <p:sp>
        <p:nvSpPr>
          <p:cNvPr id="9" name="Arrow: Down 8">
            <a:extLst>
              <a:ext uri="{FF2B5EF4-FFF2-40B4-BE49-F238E27FC236}">
                <a16:creationId xmlns:a16="http://schemas.microsoft.com/office/drawing/2014/main" id="{05AFF31E-708D-5495-FDF8-981AC0F2EE95}"/>
              </a:ext>
            </a:extLst>
          </p:cNvPr>
          <p:cNvSpPr/>
          <p:nvPr/>
        </p:nvSpPr>
        <p:spPr>
          <a:xfrm rot="5400000">
            <a:off x="4623556" y="3008303"/>
            <a:ext cx="499339" cy="925553"/>
          </a:xfrm>
          <a:prstGeom prst="downArrow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03263837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8BFA26-BB7A-C4B2-E400-E691318E75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BE8C4C-FD17-EB50-9C8C-C81A86A8FD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Ports and Adapters AKA Hexagonal Architecture</a:t>
            </a:r>
            <a:endParaRPr lang="nl-NL" dirty="0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3F89B68D-2E1A-FC4D-288B-1DAD3568B159}"/>
              </a:ext>
            </a:extLst>
          </p:cNvPr>
          <p:cNvSpPr/>
          <p:nvPr/>
        </p:nvSpPr>
        <p:spPr>
          <a:xfrm>
            <a:off x="5336003" y="3013881"/>
            <a:ext cx="1491916" cy="91440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Domain</a:t>
            </a:r>
            <a:endParaRPr lang="nl-NL" dirty="0"/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E27D165C-CAB6-63ED-7EE8-A10F38B773D0}"/>
              </a:ext>
            </a:extLst>
          </p:cNvPr>
          <p:cNvSpPr/>
          <p:nvPr/>
        </p:nvSpPr>
        <p:spPr>
          <a:xfrm>
            <a:off x="142373" y="3013881"/>
            <a:ext cx="1491916" cy="91440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API</a:t>
            </a:r>
            <a:br>
              <a:rPr lang="en-GB" dirty="0"/>
            </a:br>
            <a:r>
              <a:rPr lang="en-GB" dirty="0"/>
              <a:t>Adapter</a:t>
            </a:r>
            <a:endParaRPr lang="nl-NL" dirty="0"/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B4C2B655-07B2-4D6F-A09C-1C02F10232A2}"/>
              </a:ext>
            </a:extLst>
          </p:cNvPr>
          <p:cNvSpPr/>
          <p:nvPr/>
        </p:nvSpPr>
        <p:spPr>
          <a:xfrm>
            <a:off x="10557711" y="3013881"/>
            <a:ext cx="1491916" cy="91440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Persistence</a:t>
            </a:r>
          </a:p>
          <a:p>
            <a:pPr algn="ctr"/>
            <a:r>
              <a:rPr lang="en-GB" dirty="0"/>
              <a:t>Adapter</a:t>
            </a:r>
            <a:endParaRPr lang="nl-NL" dirty="0"/>
          </a:p>
        </p:txBody>
      </p:sp>
      <p:sp>
        <p:nvSpPr>
          <p:cNvPr id="13" name="Arrow: Down 12">
            <a:extLst>
              <a:ext uri="{FF2B5EF4-FFF2-40B4-BE49-F238E27FC236}">
                <a16:creationId xmlns:a16="http://schemas.microsoft.com/office/drawing/2014/main" id="{8597CDBD-D7E9-EA66-0050-3624C222A5CC}"/>
              </a:ext>
            </a:extLst>
          </p:cNvPr>
          <p:cNvSpPr/>
          <p:nvPr/>
        </p:nvSpPr>
        <p:spPr>
          <a:xfrm rot="16200000">
            <a:off x="2024299" y="2831400"/>
            <a:ext cx="499339" cy="1279359"/>
          </a:xfrm>
          <a:prstGeom prst="downArrow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14" name="Arrow: Down 13">
            <a:extLst>
              <a:ext uri="{FF2B5EF4-FFF2-40B4-BE49-F238E27FC236}">
                <a16:creationId xmlns:a16="http://schemas.microsoft.com/office/drawing/2014/main" id="{1309418D-7905-239C-7CBE-1821F7BBF57E}"/>
              </a:ext>
            </a:extLst>
          </p:cNvPr>
          <p:cNvSpPr/>
          <p:nvPr/>
        </p:nvSpPr>
        <p:spPr>
          <a:xfrm rot="5400000">
            <a:off x="9668362" y="2831399"/>
            <a:ext cx="499339" cy="1279359"/>
          </a:xfrm>
          <a:prstGeom prst="downArrow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7166B8B4-2DB6-258C-1C80-9DF36418EB0B}"/>
              </a:ext>
            </a:extLst>
          </p:cNvPr>
          <p:cNvSpPr/>
          <p:nvPr/>
        </p:nvSpPr>
        <p:spPr>
          <a:xfrm>
            <a:off x="7786436" y="3013881"/>
            <a:ext cx="1491916" cy="91440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Persistence</a:t>
            </a:r>
          </a:p>
          <a:p>
            <a:pPr algn="ctr"/>
            <a:r>
              <a:rPr lang="en-GB" dirty="0"/>
              <a:t>Port</a:t>
            </a:r>
            <a:endParaRPr lang="nl-NL" dirty="0"/>
          </a:p>
        </p:txBody>
      </p:sp>
      <p:sp>
        <p:nvSpPr>
          <p:cNvPr id="4" name="Arrow: Down 3">
            <a:extLst>
              <a:ext uri="{FF2B5EF4-FFF2-40B4-BE49-F238E27FC236}">
                <a16:creationId xmlns:a16="http://schemas.microsoft.com/office/drawing/2014/main" id="{ACC21629-BA3D-BEC1-A7D6-0002A649E4D7}"/>
              </a:ext>
            </a:extLst>
          </p:cNvPr>
          <p:cNvSpPr/>
          <p:nvPr/>
        </p:nvSpPr>
        <p:spPr>
          <a:xfrm rot="16200000">
            <a:off x="7057509" y="2991821"/>
            <a:ext cx="499339" cy="958516"/>
          </a:xfrm>
          <a:prstGeom prst="downArrow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4EAA5BF-7AFE-AC7B-B4C5-B71107AF6F36}"/>
              </a:ext>
            </a:extLst>
          </p:cNvPr>
          <p:cNvSpPr/>
          <p:nvPr/>
        </p:nvSpPr>
        <p:spPr>
          <a:xfrm>
            <a:off x="2574758" y="2201761"/>
            <a:ext cx="7050505" cy="2496553"/>
          </a:xfrm>
          <a:prstGeom prst="rect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649D6799-64DC-0A23-F7A9-BE4140D453D8}"/>
              </a:ext>
            </a:extLst>
          </p:cNvPr>
          <p:cNvSpPr/>
          <p:nvPr/>
        </p:nvSpPr>
        <p:spPr>
          <a:xfrm>
            <a:off x="2918535" y="3013881"/>
            <a:ext cx="1491916" cy="91440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API</a:t>
            </a:r>
            <a:br>
              <a:rPr lang="en-GB" dirty="0"/>
            </a:br>
            <a:r>
              <a:rPr lang="en-GB" dirty="0"/>
              <a:t>Port</a:t>
            </a:r>
            <a:endParaRPr lang="nl-NL" dirty="0"/>
          </a:p>
        </p:txBody>
      </p:sp>
      <p:sp>
        <p:nvSpPr>
          <p:cNvPr id="9" name="Arrow: Down 8">
            <a:extLst>
              <a:ext uri="{FF2B5EF4-FFF2-40B4-BE49-F238E27FC236}">
                <a16:creationId xmlns:a16="http://schemas.microsoft.com/office/drawing/2014/main" id="{FC75CD13-7F55-A6F9-C1F7-90E7508E9393}"/>
              </a:ext>
            </a:extLst>
          </p:cNvPr>
          <p:cNvSpPr/>
          <p:nvPr/>
        </p:nvSpPr>
        <p:spPr>
          <a:xfrm rot="5400000">
            <a:off x="4623556" y="3008303"/>
            <a:ext cx="499339" cy="925553"/>
          </a:xfrm>
          <a:prstGeom prst="downArrow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51149884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Rectangle: Rounded Corners 55">
            <a:extLst>
              <a:ext uri="{FF2B5EF4-FFF2-40B4-BE49-F238E27FC236}">
                <a16:creationId xmlns:a16="http://schemas.microsoft.com/office/drawing/2014/main" id="{B6261ED9-BF47-6247-8A45-B60BD21DD5EF}"/>
              </a:ext>
            </a:extLst>
          </p:cNvPr>
          <p:cNvSpPr/>
          <p:nvPr/>
        </p:nvSpPr>
        <p:spPr>
          <a:xfrm>
            <a:off x="7795274" y="2857500"/>
            <a:ext cx="2855268" cy="806450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dirty="0"/>
              <a:t>Business Logic</a:t>
            </a:r>
          </a:p>
        </p:txBody>
      </p:sp>
      <p:sp>
        <p:nvSpPr>
          <p:cNvPr id="62" name="Rectangle: Rounded Corners 61">
            <a:extLst>
              <a:ext uri="{FF2B5EF4-FFF2-40B4-BE49-F238E27FC236}">
                <a16:creationId xmlns:a16="http://schemas.microsoft.com/office/drawing/2014/main" id="{6D7F6A45-12BD-C087-0AE6-14C78BDFFA2B}"/>
              </a:ext>
            </a:extLst>
          </p:cNvPr>
          <p:cNvSpPr/>
          <p:nvPr/>
        </p:nvSpPr>
        <p:spPr>
          <a:xfrm>
            <a:off x="7788464" y="2857500"/>
            <a:ext cx="2855268" cy="806450"/>
          </a:xfrm>
          <a:prstGeom prst="roundRect">
            <a:avLst/>
          </a:prstGeom>
          <a:ln w="127000" cap="rnd">
            <a:solidFill>
              <a:schemeClr val="tx2">
                <a:lumMod val="20000"/>
                <a:lumOff val="80000"/>
              </a:schemeClr>
            </a:solidFill>
            <a:prstDash val="solid"/>
            <a:beve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dirty="0"/>
              <a:t>Business Logic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B552962B-F607-0AE8-F236-8AF545257551}"/>
              </a:ext>
            </a:extLst>
          </p:cNvPr>
          <p:cNvSpPr txBox="1"/>
          <p:nvPr/>
        </p:nvSpPr>
        <p:spPr>
          <a:xfrm>
            <a:off x="1080190" y="247650"/>
            <a:ext cx="25458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dirty="0" err="1"/>
              <a:t>Layered</a:t>
            </a:r>
            <a:r>
              <a:rPr lang="nl-NL" dirty="0"/>
              <a:t> </a:t>
            </a:r>
            <a:r>
              <a:rPr lang="nl-NL" dirty="0" err="1"/>
              <a:t>architecture</a:t>
            </a:r>
            <a:endParaRPr lang="nl-NL" dirty="0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110564D3-D5DD-4080-8440-3D1ABF060F97}"/>
              </a:ext>
            </a:extLst>
          </p:cNvPr>
          <p:cNvSpPr txBox="1"/>
          <p:nvPr/>
        </p:nvSpPr>
        <p:spPr>
          <a:xfrm>
            <a:off x="7788464" y="247650"/>
            <a:ext cx="28552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dirty="0" err="1"/>
              <a:t>Hexagonal</a:t>
            </a:r>
            <a:r>
              <a:rPr lang="nl-NL" dirty="0"/>
              <a:t> </a:t>
            </a:r>
            <a:r>
              <a:rPr lang="nl-NL" dirty="0" err="1"/>
              <a:t>architecture</a:t>
            </a:r>
            <a:endParaRPr lang="nl-NL" dirty="0"/>
          </a:p>
        </p:txBody>
      </p:sp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5171B530-73EE-44F0-DC84-6A9CC250D37A}"/>
              </a:ext>
            </a:extLst>
          </p:cNvPr>
          <p:cNvSpPr/>
          <p:nvPr/>
        </p:nvSpPr>
        <p:spPr>
          <a:xfrm>
            <a:off x="1080190" y="1282700"/>
            <a:ext cx="2545890" cy="806450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dirty="0"/>
              <a:t>Presentation</a:t>
            </a:r>
          </a:p>
        </p:txBody>
      </p:sp>
      <p:sp>
        <p:nvSpPr>
          <p:cNvPr id="34" name="Rectangle: Rounded Corners 33">
            <a:extLst>
              <a:ext uri="{FF2B5EF4-FFF2-40B4-BE49-F238E27FC236}">
                <a16:creationId xmlns:a16="http://schemas.microsoft.com/office/drawing/2014/main" id="{6B0061AF-9EE0-A7A4-8665-535E26B69ACE}"/>
              </a:ext>
            </a:extLst>
          </p:cNvPr>
          <p:cNvSpPr/>
          <p:nvPr/>
        </p:nvSpPr>
        <p:spPr>
          <a:xfrm>
            <a:off x="1087000" y="2857500"/>
            <a:ext cx="2545890" cy="806450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dirty="0"/>
              <a:t>Business Logic</a:t>
            </a:r>
          </a:p>
        </p:txBody>
      </p:sp>
      <p:sp>
        <p:nvSpPr>
          <p:cNvPr id="35" name="Rectangle: Rounded Corners 34">
            <a:extLst>
              <a:ext uri="{FF2B5EF4-FFF2-40B4-BE49-F238E27FC236}">
                <a16:creationId xmlns:a16="http://schemas.microsoft.com/office/drawing/2014/main" id="{941DBDF0-12D4-9C1C-39A7-AF33FB3FF3B9}"/>
              </a:ext>
            </a:extLst>
          </p:cNvPr>
          <p:cNvSpPr/>
          <p:nvPr/>
        </p:nvSpPr>
        <p:spPr>
          <a:xfrm>
            <a:off x="1080190" y="4432300"/>
            <a:ext cx="2545890" cy="806450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dirty="0" err="1"/>
              <a:t>Persistence</a:t>
            </a:r>
            <a:endParaRPr lang="nl-NL" dirty="0"/>
          </a:p>
        </p:txBody>
      </p:sp>
      <p:sp>
        <p:nvSpPr>
          <p:cNvPr id="39" name="Arrow: Down 38">
            <a:extLst>
              <a:ext uri="{FF2B5EF4-FFF2-40B4-BE49-F238E27FC236}">
                <a16:creationId xmlns:a16="http://schemas.microsoft.com/office/drawing/2014/main" id="{A3CD07AD-11B4-0179-7F1B-7A72A334CF60}"/>
              </a:ext>
            </a:extLst>
          </p:cNvPr>
          <p:cNvSpPr/>
          <p:nvPr/>
        </p:nvSpPr>
        <p:spPr>
          <a:xfrm>
            <a:off x="2106870" y="2070100"/>
            <a:ext cx="499339" cy="806450"/>
          </a:xfrm>
          <a:prstGeom prst="downArrow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54" name="Arrow: Down 53">
            <a:extLst>
              <a:ext uri="{FF2B5EF4-FFF2-40B4-BE49-F238E27FC236}">
                <a16:creationId xmlns:a16="http://schemas.microsoft.com/office/drawing/2014/main" id="{E18C25AA-F07E-B3DA-F8E7-3CF5FF6357FF}"/>
              </a:ext>
            </a:extLst>
          </p:cNvPr>
          <p:cNvSpPr/>
          <p:nvPr/>
        </p:nvSpPr>
        <p:spPr>
          <a:xfrm>
            <a:off x="2100060" y="3644900"/>
            <a:ext cx="499339" cy="806450"/>
          </a:xfrm>
          <a:prstGeom prst="downArrow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55" name="Rectangle: Rounded Corners 54">
            <a:extLst>
              <a:ext uri="{FF2B5EF4-FFF2-40B4-BE49-F238E27FC236}">
                <a16:creationId xmlns:a16="http://schemas.microsoft.com/office/drawing/2014/main" id="{7DC35F0F-12B8-A132-E8BE-CCEA603A3197}"/>
              </a:ext>
            </a:extLst>
          </p:cNvPr>
          <p:cNvSpPr/>
          <p:nvPr/>
        </p:nvSpPr>
        <p:spPr>
          <a:xfrm>
            <a:off x="7788464" y="1282700"/>
            <a:ext cx="2855268" cy="806450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dirty="0"/>
              <a:t>Presentation</a:t>
            </a:r>
          </a:p>
        </p:txBody>
      </p:sp>
      <p:sp>
        <p:nvSpPr>
          <p:cNvPr id="57" name="Rectangle: Rounded Corners 56">
            <a:extLst>
              <a:ext uri="{FF2B5EF4-FFF2-40B4-BE49-F238E27FC236}">
                <a16:creationId xmlns:a16="http://schemas.microsoft.com/office/drawing/2014/main" id="{61F75B4F-95EE-EC0C-D02A-2F01E7BDAD64}"/>
              </a:ext>
            </a:extLst>
          </p:cNvPr>
          <p:cNvSpPr/>
          <p:nvPr/>
        </p:nvSpPr>
        <p:spPr>
          <a:xfrm>
            <a:off x="7788464" y="4432300"/>
            <a:ext cx="2855268" cy="806450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dirty="0" err="1"/>
              <a:t>Persistence</a:t>
            </a:r>
            <a:endParaRPr lang="nl-NL" dirty="0"/>
          </a:p>
        </p:txBody>
      </p:sp>
      <p:sp>
        <p:nvSpPr>
          <p:cNvPr id="58" name="Arrow: Down 57">
            <a:extLst>
              <a:ext uri="{FF2B5EF4-FFF2-40B4-BE49-F238E27FC236}">
                <a16:creationId xmlns:a16="http://schemas.microsoft.com/office/drawing/2014/main" id="{4363C914-07DE-275E-D0E5-D74C9602FB4C}"/>
              </a:ext>
            </a:extLst>
          </p:cNvPr>
          <p:cNvSpPr/>
          <p:nvPr/>
        </p:nvSpPr>
        <p:spPr>
          <a:xfrm>
            <a:off x="8983920" y="2070100"/>
            <a:ext cx="499339" cy="806450"/>
          </a:xfrm>
          <a:prstGeom prst="downArrow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59" name="Arrow: Down 58">
            <a:extLst>
              <a:ext uri="{FF2B5EF4-FFF2-40B4-BE49-F238E27FC236}">
                <a16:creationId xmlns:a16="http://schemas.microsoft.com/office/drawing/2014/main" id="{9E298A77-8FA0-6038-E6B8-5F7A3AA3693B}"/>
              </a:ext>
            </a:extLst>
          </p:cNvPr>
          <p:cNvSpPr/>
          <p:nvPr/>
        </p:nvSpPr>
        <p:spPr>
          <a:xfrm>
            <a:off x="8977110" y="3644900"/>
            <a:ext cx="499339" cy="806450"/>
          </a:xfrm>
          <a:prstGeom prst="downArrow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60" name="Rectangle: Rounded Corners 59">
            <a:extLst>
              <a:ext uri="{FF2B5EF4-FFF2-40B4-BE49-F238E27FC236}">
                <a16:creationId xmlns:a16="http://schemas.microsoft.com/office/drawing/2014/main" id="{8C81612E-DB2B-04F8-3790-0CC48D08C39B}"/>
              </a:ext>
            </a:extLst>
          </p:cNvPr>
          <p:cNvSpPr/>
          <p:nvPr/>
        </p:nvSpPr>
        <p:spPr>
          <a:xfrm>
            <a:off x="7795274" y="1282700"/>
            <a:ext cx="2855268" cy="806450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dirty="0"/>
              <a:t>Adapter / </a:t>
            </a:r>
            <a:r>
              <a:rPr lang="nl-NL" dirty="0" err="1"/>
              <a:t>Infrastructure</a:t>
            </a:r>
            <a:endParaRPr lang="nl-NL" dirty="0"/>
          </a:p>
        </p:txBody>
      </p:sp>
      <p:sp>
        <p:nvSpPr>
          <p:cNvPr id="61" name="Rectangle: Rounded Corners 60">
            <a:extLst>
              <a:ext uri="{FF2B5EF4-FFF2-40B4-BE49-F238E27FC236}">
                <a16:creationId xmlns:a16="http://schemas.microsoft.com/office/drawing/2014/main" id="{8BE3BC1C-5F9E-6D90-6432-AC07CF308461}"/>
              </a:ext>
            </a:extLst>
          </p:cNvPr>
          <p:cNvSpPr/>
          <p:nvPr/>
        </p:nvSpPr>
        <p:spPr>
          <a:xfrm>
            <a:off x="7795274" y="4432300"/>
            <a:ext cx="2855268" cy="806450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dirty="0"/>
              <a:t>Adapter / </a:t>
            </a:r>
            <a:r>
              <a:rPr lang="nl-NL" dirty="0" err="1"/>
              <a:t>Infrastructure</a:t>
            </a:r>
            <a:endParaRPr lang="nl-NL" dirty="0"/>
          </a:p>
        </p:txBody>
      </p:sp>
      <p:pic>
        <p:nvPicPr>
          <p:cNvPr id="66" name="Picture 65" descr="A green hexagon with black background&#10;&#10;AI-generated content may be incorrect.">
            <a:extLst>
              <a:ext uri="{FF2B5EF4-FFF2-40B4-BE49-F238E27FC236}">
                <a16:creationId xmlns:a16="http://schemas.microsoft.com/office/drawing/2014/main" id="{B59F4D97-8340-E41C-6482-DDACE032DB1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89486" y="3054058"/>
            <a:ext cx="470769" cy="4133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17309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8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Rot by="10800000">
                                      <p:cBhvr>
                                        <p:cTn id="14" dur="5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9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2" grpId="0" animBg="1"/>
      <p:bldP spid="59" grpId="0" animBg="1"/>
      <p:bldP spid="60" grpId="0" animBg="1"/>
      <p:bldP spid="61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7CF70A-7371-9562-F5ED-F6B13DAB14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github.com/vroegop/hexagonal</a:t>
            </a:r>
          </a:p>
        </p:txBody>
      </p:sp>
    </p:spTree>
    <p:extLst>
      <p:ext uri="{BB962C8B-B14F-4D97-AF65-F5344CB8AC3E}">
        <p14:creationId xmlns:p14="http://schemas.microsoft.com/office/powerpoint/2010/main" val="209077951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20D51B42-AF11-AE02-97C6-E693808CDA42}"/>
              </a:ext>
            </a:extLst>
          </p:cNvPr>
          <p:cNvSpPr/>
          <p:nvPr/>
        </p:nvSpPr>
        <p:spPr>
          <a:xfrm>
            <a:off x="749209" y="3785230"/>
            <a:ext cx="2656114" cy="2263143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nl-NL" dirty="0" err="1"/>
              <a:t>UserController</a:t>
            </a:r>
            <a:br>
              <a:rPr lang="nl-NL" dirty="0"/>
            </a:br>
            <a:br>
              <a:rPr lang="nl-NL" dirty="0"/>
            </a:br>
            <a:r>
              <a:rPr lang="nl-NL" dirty="0"/>
              <a:t>GET /</a:t>
            </a:r>
            <a:r>
              <a:rPr lang="nl-NL" dirty="0" err="1"/>
              <a:t>api</a:t>
            </a:r>
            <a:r>
              <a:rPr lang="nl-NL" dirty="0"/>
              <a:t>/users</a:t>
            </a:r>
            <a:br>
              <a:rPr lang="nl-NL" dirty="0"/>
            </a:br>
            <a:r>
              <a:rPr lang="nl-NL" dirty="0"/>
              <a:t>GET /</a:t>
            </a:r>
            <a:r>
              <a:rPr lang="nl-NL" dirty="0" err="1"/>
              <a:t>api</a:t>
            </a:r>
            <a:r>
              <a:rPr lang="nl-NL" dirty="0"/>
              <a:t>/users/{</a:t>
            </a:r>
            <a:r>
              <a:rPr lang="nl-NL" dirty="0" err="1"/>
              <a:t>id</a:t>
            </a:r>
            <a:r>
              <a:rPr lang="nl-NL" dirty="0"/>
              <a:t>}</a:t>
            </a:r>
            <a:br>
              <a:rPr lang="nl-NL" dirty="0"/>
            </a:br>
            <a:r>
              <a:rPr lang="nl-NL" dirty="0"/>
              <a:t>POST /</a:t>
            </a:r>
            <a:r>
              <a:rPr lang="nl-NL" dirty="0" err="1"/>
              <a:t>api</a:t>
            </a:r>
            <a:r>
              <a:rPr lang="nl-NL" dirty="0"/>
              <a:t>/users</a:t>
            </a:r>
            <a:br>
              <a:rPr lang="nl-NL" dirty="0"/>
            </a:br>
            <a:r>
              <a:rPr lang="nl-NL" dirty="0"/>
              <a:t>PUT /</a:t>
            </a:r>
            <a:r>
              <a:rPr lang="nl-NL" dirty="0" err="1"/>
              <a:t>api</a:t>
            </a:r>
            <a:r>
              <a:rPr lang="nl-NL" dirty="0"/>
              <a:t>/users/{</a:t>
            </a:r>
            <a:r>
              <a:rPr lang="nl-NL" dirty="0" err="1"/>
              <a:t>id</a:t>
            </a:r>
            <a:r>
              <a:rPr lang="nl-NL" dirty="0"/>
              <a:t>}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00DAD24F-7F57-880B-4F69-277859589147}"/>
              </a:ext>
            </a:extLst>
          </p:cNvPr>
          <p:cNvSpPr/>
          <p:nvPr/>
        </p:nvSpPr>
        <p:spPr>
          <a:xfrm>
            <a:off x="4641395" y="3785230"/>
            <a:ext cx="2909208" cy="2263143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nl-NL" dirty="0" err="1"/>
              <a:t>UserService</a:t>
            </a:r>
            <a:br>
              <a:rPr lang="nl-NL" dirty="0"/>
            </a:br>
            <a:br>
              <a:rPr lang="nl-NL" dirty="0"/>
            </a:br>
            <a:r>
              <a:rPr lang="nl-NL" dirty="0" err="1"/>
              <a:t>ListUsers</a:t>
            </a:r>
            <a:r>
              <a:rPr lang="nl-NL" dirty="0"/>
              <a:t>()</a:t>
            </a:r>
            <a:br>
              <a:rPr lang="nl-NL" dirty="0"/>
            </a:br>
            <a:r>
              <a:rPr lang="nl-NL" dirty="0" err="1"/>
              <a:t>getUser</a:t>
            </a:r>
            <a:r>
              <a:rPr lang="nl-NL" dirty="0"/>
              <a:t>(</a:t>
            </a:r>
            <a:r>
              <a:rPr lang="nl-NL" dirty="0" err="1"/>
              <a:t>id</a:t>
            </a:r>
            <a:r>
              <a:rPr lang="nl-NL" dirty="0"/>
              <a:t>)</a:t>
            </a:r>
            <a:br>
              <a:rPr lang="nl-NL" dirty="0"/>
            </a:br>
            <a:r>
              <a:rPr lang="nl-NL" dirty="0" err="1"/>
              <a:t>createUser</a:t>
            </a:r>
            <a:r>
              <a:rPr lang="nl-NL" dirty="0"/>
              <a:t>(</a:t>
            </a:r>
            <a:r>
              <a:rPr lang="nl-NL" dirty="0" err="1"/>
              <a:t>userData</a:t>
            </a:r>
            <a:r>
              <a:rPr lang="nl-NL" dirty="0"/>
              <a:t>)</a:t>
            </a:r>
            <a:br>
              <a:rPr lang="nl-NL" dirty="0"/>
            </a:br>
            <a:r>
              <a:rPr lang="nl-NL" dirty="0" err="1"/>
              <a:t>updateUser</a:t>
            </a:r>
            <a:r>
              <a:rPr lang="nl-NL" dirty="0"/>
              <a:t>(</a:t>
            </a:r>
            <a:r>
              <a:rPr lang="nl-NL" dirty="0" err="1"/>
              <a:t>id</a:t>
            </a:r>
            <a:r>
              <a:rPr lang="nl-NL" dirty="0"/>
              <a:t>, </a:t>
            </a:r>
            <a:r>
              <a:rPr lang="nl-NL" dirty="0" err="1"/>
              <a:t>userData</a:t>
            </a:r>
            <a:r>
              <a:rPr lang="nl-NL" dirty="0"/>
              <a:t>)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9434420C-AD51-90F7-CB49-46974AFBF581}"/>
              </a:ext>
            </a:extLst>
          </p:cNvPr>
          <p:cNvSpPr/>
          <p:nvPr/>
        </p:nvSpPr>
        <p:spPr>
          <a:xfrm>
            <a:off x="8782321" y="3785230"/>
            <a:ext cx="2909208" cy="2263143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nl-NL" dirty="0"/>
              <a:t>&lt; JPA&lt; </a:t>
            </a:r>
            <a:r>
              <a:rPr lang="nl-NL" dirty="0" err="1"/>
              <a:t>UserEntity</a:t>
            </a:r>
            <a:r>
              <a:rPr lang="nl-NL" dirty="0"/>
              <a:t> &gt; &gt;</a:t>
            </a:r>
            <a:br>
              <a:rPr lang="nl-NL" dirty="0"/>
            </a:br>
            <a:r>
              <a:rPr lang="nl-NL" dirty="0" err="1"/>
              <a:t>UserRepository</a:t>
            </a:r>
            <a:br>
              <a:rPr lang="nl-NL" dirty="0"/>
            </a:br>
            <a:br>
              <a:rPr lang="nl-NL" dirty="0"/>
            </a:br>
            <a:r>
              <a:rPr lang="nl-NL" dirty="0" err="1"/>
              <a:t>existsByUsername</a:t>
            </a:r>
            <a:r>
              <a:rPr lang="nl-NL" dirty="0"/>
              <a:t>(name)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8E4A69B6-40C7-401E-D3BB-B79B7F701F6C}"/>
              </a:ext>
            </a:extLst>
          </p:cNvPr>
          <p:cNvSpPr/>
          <p:nvPr/>
        </p:nvSpPr>
        <p:spPr>
          <a:xfrm>
            <a:off x="8782321" y="1092927"/>
            <a:ext cx="2909208" cy="2263143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nl-NL" dirty="0" err="1"/>
              <a:t>UserEntity</a:t>
            </a:r>
            <a:br>
              <a:rPr lang="nl-NL" dirty="0"/>
            </a:br>
            <a:br>
              <a:rPr lang="nl-NL" dirty="0"/>
            </a:br>
            <a:r>
              <a:rPr lang="nl-NL" dirty="0"/>
              <a:t>username</a:t>
            </a:r>
            <a:br>
              <a:rPr lang="nl-NL" dirty="0"/>
            </a:br>
            <a:r>
              <a:rPr lang="nl-NL" dirty="0"/>
              <a:t>email</a:t>
            </a:r>
            <a:br>
              <a:rPr lang="nl-NL" dirty="0"/>
            </a:br>
            <a:r>
              <a:rPr lang="nl-NL" dirty="0" err="1"/>
              <a:t>fullName</a:t>
            </a:r>
            <a:br>
              <a:rPr lang="nl-NL" dirty="0"/>
            </a:br>
            <a:endParaRPr lang="nl-NL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882D409-B885-C7F4-D6AD-224BF9553D94}"/>
              </a:ext>
            </a:extLst>
          </p:cNvPr>
          <p:cNvSpPr/>
          <p:nvPr/>
        </p:nvSpPr>
        <p:spPr>
          <a:xfrm>
            <a:off x="8412480" y="584559"/>
            <a:ext cx="3648891" cy="5834742"/>
          </a:xfrm>
          <a:prstGeom prst="rect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r>
              <a:rPr lang="nl-NL" dirty="0" err="1"/>
              <a:t>persistence</a:t>
            </a:r>
            <a:endParaRPr lang="nl-NL" dirty="0"/>
          </a:p>
          <a:p>
            <a:pPr algn="ctr"/>
            <a:endParaRPr lang="nl-NL" dirty="0"/>
          </a:p>
          <a:p>
            <a:pPr algn="ctr"/>
            <a:endParaRPr lang="nl-NL" dirty="0"/>
          </a:p>
          <a:p>
            <a:pPr algn="ctr"/>
            <a:endParaRPr lang="nl-NL" dirty="0"/>
          </a:p>
          <a:p>
            <a:pPr algn="ctr"/>
            <a:endParaRPr lang="nl-NL" dirty="0"/>
          </a:p>
          <a:p>
            <a:pPr algn="ctr"/>
            <a:endParaRPr lang="nl-NL" dirty="0"/>
          </a:p>
          <a:p>
            <a:pPr algn="ctr"/>
            <a:endParaRPr lang="nl-NL" dirty="0"/>
          </a:p>
          <a:p>
            <a:pPr algn="ctr"/>
            <a:endParaRPr lang="nl-NL" dirty="0"/>
          </a:p>
          <a:p>
            <a:pPr algn="ctr"/>
            <a:endParaRPr lang="nl-NL" dirty="0"/>
          </a:p>
          <a:p>
            <a:pPr algn="ctr"/>
            <a:endParaRPr lang="nl-NL" dirty="0"/>
          </a:p>
          <a:p>
            <a:pPr algn="ctr"/>
            <a:endParaRPr lang="nl-NL" dirty="0"/>
          </a:p>
          <a:p>
            <a:pPr algn="ctr"/>
            <a:endParaRPr lang="nl-NL" dirty="0"/>
          </a:p>
          <a:p>
            <a:pPr algn="ctr"/>
            <a:endParaRPr lang="nl-NL" dirty="0"/>
          </a:p>
          <a:p>
            <a:pPr algn="ctr"/>
            <a:endParaRPr lang="nl-NL" dirty="0"/>
          </a:p>
          <a:p>
            <a:pPr algn="ctr"/>
            <a:endParaRPr lang="nl-NL" dirty="0"/>
          </a:p>
          <a:p>
            <a:pPr algn="ctr"/>
            <a:endParaRPr lang="nl-NL" dirty="0"/>
          </a:p>
          <a:p>
            <a:pPr algn="ctr"/>
            <a:endParaRPr lang="nl-NL" dirty="0"/>
          </a:p>
          <a:p>
            <a:pPr algn="ctr"/>
            <a:endParaRPr lang="nl-NL" dirty="0"/>
          </a:p>
          <a:p>
            <a:pPr algn="ctr"/>
            <a:endParaRPr lang="nl-NL" dirty="0"/>
          </a:p>
          <a:p>
            <a:pPr algn="ctr"/>
            <a:endParaRPr lang="nl-NL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F3AE40B-743C-9574-AE66-4F1B82D5BB2C}"/>
              </a:ext>
            </a:extLst>
          </p:cNvPr>
          <p:cNvSpPr/>
          <p:nvPr/>
        </p:nvSpPr>
        <p:spPr>
          <a:xfrm>
            <a:off x="4271554" y="584559"/>
            <a:ext cx="3648891" cy="5834742"/>
          </a:xfrm>
          <a:prstGeom prst="rect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r>
              <a:rPr lang="nl-NL" dirty="0"/>
              <a:t>service</a:t>
            </a:r>
          </a:p>
          <a:p>
            <a:pPr algn="ctr"/>
            <a:endParaRPr lang="nl-NL" dirty="0"/>
          </a:p>
          <a:p>
            <a:pPr algn="ctr"/>
            <a:endParaRPr lang="nl-NL" dirty="0"/>
          </a:p>
          <a:p>
            <a:pPr algn="ctr"/>
            <a:endParaRPr lang="nl-NL" dirty="0"/>
          </a:p>
          <a:p>
            <a:pPr algn="ctr"/>
            <a:endParaRPr lang="nl-NL" dirty="0"/>
          </a:p>
          <a:p>
            <a:pPr algn="ctr"/>
            <a:endParaRPr lang="nl-NL" dirty="0"/>
          </a:p>
          <a:p>
            <a:pPr algn="ctr"/>
            <a:endParaRPr lang="nl-NL" dirty="0"/>
          </a:p>
          <a:p>
            <a:pPr algn="ctr"/>
            <a:endParaRPr lang="nl-NL" dirty="0"/>
          </a:p>
          <a:p>
            <a:pPr algn="ctr"/>
            <a:endParaRPr lang="nl-NL" dirty="0"/>
          </a:p>
          <a:p>
            <a:pPr algn="ctr"/>
            <a:endParaRPr lang="nl-NL" dirty="0"/>
          </a:p>
          <a:p>
            <a:pPr algn="ctr"/>
            <a:endParaRPr lang="nl-NL" dirty="0"/>
          </a:p>
          <a:p>
            <a:pPr algn="ctr"/>
            <a:endParaRPr lang="nl-NL" dirty="0"/>
          </a:p>
          <a:p>
            <a:pPr algn="ctr"/>
            <a:endParaRPr lang="nl-NL" dirty="0"/>
          </a:p>
          <a:p>
            <a:pPr algn="ctr"/>
            <a:endParaRPr lang="nl-NL" dirty="0"/>
          </a:p>
          <a:p>
            <a:pPr algn="ctr"/>
            <a:endParaRPr lang="nl-NL" dirty="0"/>
          </a:p>
          <a:p>
            <a:pPr algn="ctr"/>
            <a:endParaRPr lang="nl-NL" dirty="0"/>
          </a:p>
          <a:p>
            <a:pPr algn="ctr"/>
            <a:endParaRPr lang="nl-NL" dirty="0"/>
          </a:p>
          <a:p>
            <a:pPr algn="ctr"/>
            <a:endParaRPr lang="nl-NL" dirty="0"/>
          </a:p>
          <a:p>
            <a:pPr algn="ctr"/>
            <a:endParaRPr lang="nl-NL" dirty="0"/>
          </a:p>
          <a:p>
            <a:pPr algn="ctr"/>
            <a:endParaRPr lang="nl-NL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FD41291-BD92-E6DD-5EDC-C77029B59F57}"/>
              </a:ext>
            </a:extLst>
          </p:cNvPr>
          <p:cNvSpPr/>
          <p:nvPr/>
        </p:nvSpPr>
        <p:spPr>
          <a:xfrm>
            <a:off x="252821" y="584559"/>
            <a:ext cx="3648891" cy="5834742"/>
          </a:xfrm>
          <a:prstGeom prst="rect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r>
              <a:rPr lang="nl-NL" dirty="0" err="1"/>
              <a:t>api</a:t>
            </a:r>
            <a:endParaRPr lang="nl-NL" dirty="0"/>
          </a:p>
          <a:p>
            <a:pPr algn="ctr"/>
            <a:endParaRPr lang="nl-NL" dirty="0"/>
          </a:p>
          <a:p>
            <a:pPr algn="ctr"/>
            <a:endParaRPr lang="nl-NL" dirty="0"/>
          </a:p>
          <a:p>
            <a:pPr algn="ctr"/>
            <a:endParaRPr lang="nl-NL" dirty="0"/>
          </a:p>
          <a:p>
            <a:pPr algn="ctr"/>
            <a:endParaRPr lang="nl-NL" dirty="0"/>
          </a:p>
          <a:p>
            <a:pPr algn="ctr"/>
            <a:endParaRPr lang="nl-NL" dirty="0"/>
          </a:p>
          <a:p>
            <a:pPr algn="ctr"/>
            <a:endParaRPr lang="nl-NL" dirty="0"/>
          </a:p>
          <a:p>
            <a:pPr algn="ctr"/>
            <a:endParaRPr lang="nl-NL" dirty="0"/>
          </a:p>
          <a:p>
            <a:pPr algn="ctr"/>
            <a:endParaRPr lang="nl-NL" dirty="0"/>
          </a:p>
          <a:p>
            <a:pPr algn="ctr"/>
            <a:endParaRPr lang="nl-NL" dirty="0"/>
          </a:p>
          <a:p>
            <a:pPr algn="ctr"/>
            <a:endParaRPr lang="nl-NL" dirty="0"/>
          </a:p>
          <a:p>
            <a:pPr algn="ctr"/>
            <a:endParaRPr lang="nl-NL" dirty="0"/>
          </a:p>
          <a:p>
            <a:pPr algn="ctr"/>
            <a:endParaRPr lang="nl-NL" dirty="0"/>
          </a:p>
          <a:p>
            <a:pPr algn="ctr"/>
            <a:endParaRPr lang="nl-NL" dirty="0"/>
          </a:p>
          <a:p>
            <a:pPr algn="ctr"/>
            <a:endParaRPr lang="nl-NL" dirty="0"/>
          </a:p>
          <a:p>
            <a:pPr algn="ctr"/>
            <a:endParaRPr lang="nl-NL" dirty="0"/>
          </a:p>
          <a:p>
            <a:pPr algn="ctr"/>
            <a:endParaRPr lang="nl-NL" dirty="0"/>
          </a:p>
          <a:p>
            <a:pPr algn="ctr"/>
            <a:endParaRPr lang="nl-NL" dirty="0"/>
          </a:p>
          <a:p>
            <a:pPr algn="ctr"/>
            <a:endParaRPr lang="nl-NL" dirty="0"/>
          </a:p>
          <a:p>
            <a:pPr algn="ctr"/>
            <a:endParaRPr lang="nl-NL" dirty="0"/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4A4F953E-4B4B-C7D6-DF89-633FAC831272}"/>
              </a:ext>
            </a:extLst>
          </p:cNvPr>
          <p:cNvCxnSpPr>
            <a:stCxn id="3" idx="3"/>
            <a:endCxn id="4" idx="1"/>
          </p:cNvCxnSpPr>
          <p:nvPr/>
        </p:nvCxnSpPr>
        <p:spPr>
          <a:xfrm>
            <a:off x="3405323" y="4916802"/>
            <a:ext cx="1236072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7D8FA00B-D3FD-AD07-1E8C-6FEF824C1A87}"/>
              </a:ext>
            </a:extLst>
          </p:cNvPr>
          <p:cNvCxnSpPr>
            <a:stCxn id="4" idx="3"/>
            <a:endCxn id="5" idx="1"/>
          </p:cNvCxnSpPr>
          <p:nvPr/>
        </p:nvCxnSpPr>
        <p:spPr>
          <a:xfrm>
            <a:off x="7550603" y="4916802"/>
            <a:ext cx="123171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B38C7017-1F24-3F63-D033-6A4CCD5A98FF}"/>
              </a:ext>
            </a:extLst>
          </p:cNvPr>
          <p:cNvCxnSpPr>
            <a:cxnSpLocks/>
            <a:endCxn id="7" idx="1"/>
          </p:cNvCxnSpPr>
          <p:nvPr/>
        </p:nvCxnSpPr>
        <p:spPr>
          <a:xfrm flipV="1">
            <a:off x="2077266" y="2224499"/>
            <a:ext cx="6705055" cy="156073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9C40C23D-D758-9AAE-0C5E-205657E33C57}"/>
              </a:ext>
            </a:extLst>
          </p:cNvPr>
          <p:cNvCxnSpPr>
            <a:cxnSpLocks/>
          </p:cNvCxnSpPr>
          <p:nvPr/>
        </p:nvCxnSpPr>
        <p:spPr>
          <a:xfrm flipV="1">
            <a:off x="6095999" y="2412274"/>
            <a:ext cx="2686322" cy="137295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F201E13B-B7D0-A751-F34D-873FA3144B55}"/>
              </a:ext>
            </a:extLst>
          </p:cNvPr>
          <p:cNvCxnSpPr>
            <a:cxnSpLocks/>
          </p:cNvCxnSpPr>
          <p:nvPr/>
        </p:nvCxnSpPr>
        <p:spPr>
          <a:xfrm flipV="1">
            <a:off x="10236925" y="3356070"/>
            <a:ext cx="0" cy="42916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6798566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EF5BC5-C536-0629-78D1-FA436C268F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F259E930-66C3-7007-D6A3-87D3E22035D1}"/>
              </a:ext>
            </a:extLst>
          </p:cNvPr>
          <p:cNvSpPr/>
          <p:nvPr/>
        </p:nvSpPr>
        <p:spPr>
          <a:xfrm>
            <a:off x="9884229" y="584559"/>
            <a:ext cx="2174425" cy="5834742"/>
          </a:xfrm>
          <a:prstGeom prst="rect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r>
              <a:rPr lang="nl-NL" dirty="0"/>
              <a:t>h2database</a:t>
            </a:r>
          </a:p>
          <a:p>
            <a:pPr algn="ctr"/>
            <a:endParaRPr lang="nl-NL" dirty="0"/>
          </a:p>
          <a:p>
            <a:pPr algn="ctr"/>
            <a:endParaRPr lang="nl-NL" dirty="0"/>
          </a:p>
          <a:p>
            <a:pPr algn="ctr"/>
            <a:endParaRPr lang="nl-NL" dirty="0"/>
          </a:p>
          <a:p>
            <a:pPr algn="ctr"/>
            <a:endParaRPr lang="nl-NL" dirty="0"/>
          </a:p>
          <a:p>
            <a:pPr algn="ctr"/>
            <a:endParaRPr lang="nl-NL" dirty="0"/>
          </a:p>
          <a:p>
            <a:pPr algn="ctr"/>
            <a:endParaRPr lang="nl-NL" dirty="0"/>
          </a:p>
          <a:p>
            <a:pPr algn="ctr"/>
            <a:endParaRPr lang="nl-NL" dirty="0"/>
          </a:p>
          <a:p>
            <a:pPr algn="ctr"/>
            <a:endParaRPr lang="nl-NL" dirty="0"/>
          </a:p>
          <a:p>
            <a:pPr algn="ctr"/>
            <a:endParaRPr lang="nl-NL" dirty="0"/>
          </a:p>
          <a:p>
            <a:pPr algn="ctr"/>
            <a:endParaRPr lang="nl-NL" dirty="0"/>
          </a:p>
          <a:p>
            <a:pPr algn="ctr"/>
            <a:endParaRPr lang="nl-NL" dirty="0"/>
          </a:p>
          <a:p>
            <a:pPr algn="ctr"/>
            <a:endParaRPr lang="nl-NL" dirty="0"/>
          </a:p>
          <a:p>
            <a:pPr algn="ctr"/>
            <a:endParaRPr lang="nl-NL" dirty="0"/>
          </a:p>
          <a:p>
            <a:pPr algn="ctr"/>
            <a:endParaRPr lang="nl-NL" dirty="0"/>
          </a:p>
          <a:p>
            <a:pPr algn="ctr"/>
            <a:endParaRPr lang="nl-NL" dirty="0"/>
          </a:p>
          <a:p>
            <a:pPr algn="ctr"/>
            <a:endParaRPr lang="nl-NL" dirty="0"/>
          </a:p>
          <a:p>
            <a:pPr algn="ctr"/>
            <a:endParaRPr lang="nl-NL" dirty="0"/>
          </a:p>
          <a:p>
            <a:pPr algn="ctr"/>
            <a:endParaRPr lang="nl-NL" dirty="0"/>
          </a:p>
          <a:p>
            <a:pPr algn="ctr"/>
            <a:endParaRPr lang="nl-NL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57E61C3-CA1C-2F32-29EE-51E0E9E45BFC}"/>
              </a:ext>
            </a:extLst>
          </p:cNvPr>
          <p:cNvSpPr/>
          <p:nvPr/>
        </p:nvSpPr>
        <p:spPr>
          <a:xfrm>
            <a:off x="2440448" y="584559"/>
            <a:ext cx="7320083" cy="5834742"/>
          </a:xfrm>
          <a:prstGeom prst="rect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r>
              <a:rPr lang="nl-NL" dirty="0"/>
              <a:t>domain</a:t>
            </a:r>
          </a:p>
          <a:p>
            <a:pPr algn="ctr"/>
            <a:endParaRPr lang="nl-NL" dirty="0"/>
          </a:p>
          <a:p>
            <a:pPr algn="ctr"/>
            <a:endParaRPr lang="nl-NL" dirty="0"/>
          </a:p>
          <a:p>
            <a:pPr algn="ctr"/>
            <a:endParaRPr lang="nl-NL" dirty="0"/>
          </a:p>
          <a:p>
            <a:pPr algn="ctr"/>
            <a:endParaRPr lang="nl-NL" dirty="0"/>
          </a:p>
          <a:p>
            <a:pPr algn="ctr"/>
            <a:endParaRPr lang="nl-NL" dirty="0"/>
          </a:p>
          <a:p>
            <a:pPr algn="ctr"/>
            <a:endParaRPr lang="nl-NL" dirty="0"/>
          </a:p>
          <a:p>
            <a:pPr algn="ctr"/>
            <a:endParaRPr lang="nl-NL" dirty="0"/>
          </a:p>
          <a:p>
            <a:pPr algn="ctr"/>
            <a:endParaRPr lang="nl-NL" dirty="0"/>
          </a:p>
          <a:p>
            <a:pPr algn="ctr"/>
            <a:endParaRPr lang="nl-NL" dirty="0"/>
          </a:p>
          <a:p>
            <a:pPr algn="ctr"/>
            <a:endParaRPr lang="nl-NL" dirty="0"/>
          </a:p>
          <a:p>
            <a:pPr algn="ctr"/>
            <a:endParaRPr lang="nl-NL" dirty="0"/>
          </a:p>
          <a:p>
            <a:pPr algn="ctr"/>
            <a:endParaRPr lang="nl-NL" dirty="0"/>
          </a:p>
          <a:p>
            <a:pPr algn="ctr"/>
            <a:endParaRPr lang="nl-NL" dirty="0"/>
          </a:p>
          <a:p>
            <a:pPr algn="ctr"/>
            <a:endParaRPr lang="nl-NL" dirty="0"/>
          </a:p>
          <a:p>
            <a:pPr algn="ctr"/>
            <a:endParaRPr lang="nl-NL" dirty="0"/>
          </a:p>
          <a:p>
            <a:pPr algn="ctr"/>
            <a:endParaRPr lang="nl-NL" dirty="0"/>
          </a:p>
          <a:p>
            <a:pPr algn="ctr"/>
            <a:endParaRPr lang="nl-NL" dirty="0"/>
          </a:p>
          <a:p>
            <a:pPr algn="ctr"/>
            <a:endParaRPr lang="nl-NL" dirty="0"/>
          </a:p>
          <a:p>
            <a:pPr algn="ctr"/>
            <a:endParaRPr lang="nl-NL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1C59783-E552-5DFC-EB65-4C8C4B54BD2C}"/>
              </a:ext>
            </a:extLst>
          </p:cNvPr>
          <p:cNvSpPr/>
          <p:nvPr/>
        </p:nvSpPr>
        <p:spPr>
          <a:xfrm>
            <a:off x="252822" y="584559"/>
            <a:ext cx="2072368" cy="5834742"/>
          </a:xfrm>
          <a:prstGeom prst="rect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r>
              <a:rPr lang="nl-NL" dirty="0" err="1"/>
              <a:t>api</a:t>
            </a:r>
            <a:endParaRPr lang="nl-NL" dirty="0"/>
          </a:p>
          <a:p>
            <a:pPr algn="ctr"/>
            <a:endParaRPr lang="nl-NL" dirty="0"/>
          </a:p>
          <a:p>
            <a:pPr algn="ctr"/>
            <a:endParaRPr lang="nl-NL" dirty="0"/>
          </a:p>
          <a:p>
            <a:pPr algn="ctr"/>
            <a:endParaRPr lang="nl-NL" dirty="0"/>
          </a:p>
          <a:p>
            <a:pPr algn="ctr"/>
            <a:endParaRPr lang="nl-NL" dirty="0"/>
          </a:p>
          <a:p>
            <a:pPr algn="ctr"/>
            <a:endParaRPr lang="nl-NL" dirty="0"/>
          </a:p>
          <a:p>
            <a:pPr algn="ctr"/>
            <a:endParaRPr lang="nl-NL" dirty="0"/>
          </a:p>
          <a:p>
            <a:pPr algn="ctr"/>
            <a:endParaRPr lang="nl-NL" dirty="0"/>
          </a:p>
          <a:p>
            <a:pPr algn="ctr"/>
            <a:endParaRPr lang="nl-NL" dirty="0"/>
          </a:p>
          <a:p>
            <a:pPr algn="ctr"/>
            <a:endParaRPr lang="nl-NL" dirty="0"/>
          </a:p>
          <a:p>
            <a:pPr algn="ctr"/>
            <a:endParaRPr lang="nl-NL" dirty="0"/>
          </a:p>
          <a:p>
            <a:pPr algn="ctr"/>
            <a:endParaRPr lang="nl-NL" dirty="0"/>
          </a:p>
          <a:p>
            <a:pPr algn="ctr"/>
            <a:endParaRPr lang="nl-NL" dirty="0"/>
          </a:p>
          <a:p>
            <a:pPr algn="ctr"/>
            <a:endParaRPr lang="nl-NL" dirty="0"/>
          </a:p>
          <a:p>
            <a:pPr algn="ctr"/>
            <a:endParaRPr lang="nl-NL" dirty="0"/>
          </a:p>
          <a:p>
            <a:pPr algn="ctr"/>
            <a:endParaRPr lang="nl-NL" dirty="0"/>
          </a:p>
          <a:p>
            <a:pPr algn="ctr"/>
            <a:endParaRPr lang="nl-NL" dirty="0"/>
          </a:p>
          <a:p>
            <a:pPr algn="ctr"/>
            <a:endParaRPr lang="nl-NL" dirty="0"/>
          </a:p>
          <a:p>
            <a:pPr algn="ctr"/>
            <a:endParaRPr lang="nl-NL" dirty="0"/>
          </a:p>
          <a:p>
            <a:pPr algn="ctr"/>
            <a:endParaRPr lang="nl-NL" dirty="0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765E6596-F791-DBCD-0CFE-E2F054158835}"/>
              </a:ext>
            </a:extLst>
          </p:cNvPr>
          <p:cNvSpPr/>
          <p:nvPr/>
        </p:nvSpPr>
        <p:spPr>
          <a:xfrm>
            <a:off x="309697" y="3006708"/>
            <a:ext cx="1958615" cy="1544415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nl-NL" sz="1100" dirty="0" err="1"/>
              <a:t>UserController</a:t>
            </a:r>
            <a:br>
              <a:rPr lang="nl-NL" sz="1100" dirty="0"/>
            </a:br>
            <a:br>
              <a:rPr lang="nl-NL" sz="1100" dirty="0"/>
            </a:br>
            <a:r>
              <a:rPr lang="nl-NL" sz="1100" dirty="0"/>
              <a:t>GET /</a:t>
            </a:r>
            <a:r>
              <a:rPr lang="nl-NL" sz="1100" dirty="0" err="1"/>
              <a:t>api</a:t>
            </a:r>
            <a:r>
              <a:rPr lang="nl-NL" sz="1100" dirty="0"/>
              <a:t>/users</a:t>
            </a:r>
            <a:br>
              <a:rPr lang="nl-NL" sz="1100" dirty="0"/>
            </a:br>
            <a:r>
              <a:rPr lang="nl-NL" sz="1100" dirty="0"/>
              <a:t>GET /</a:t>
            </a:r>
            <a:r>
              <a:rPr lang="nl-NL" sz="1100" dirty="0" err="1"/>
              <a:t>api</a:t>
            </a:r>
            <a:r>
              <a:rPr lang="nl-NL" sz="1100" dirty="0"/>
              <a:t>/users/{</a:t>
            </a:r>
            <a:r>
              <a:rPr lang="nl-NL" sz="1100" dirty="0" err="1"/>
              <a:t>id</a:t>
            </a:r>
            <a:r>
              <a:rPr lang="nl-NL" sz="1100" dirty="0"/>
              <a:t>}</a:t>
            </a:r>
            <a:br>
              <a:rPr lang="nl-NL" sz="1100" dirty="0"/>
            </a:br>
            <a:r>
              <a:rPr lang="nl-NL" sz="1100" dirty="0"/>
              <a:t>POST /</a:t>
            </a:r>
            <a:r>
              <a:rPr lang="nl-NL" sz="1100" dirty="0" err="1"/>
              <a:t>api</a:t>
            </a:r>
            <a:r>
              <a:rPr lang="nl-NL" sz="1100" dirty="0"/>
              <a:t>/users</a:t>
            </a:r>
            <a:br>
              <a:rPr lang="nl-NL" sz="1100" dirty="0"/>
            </a:br>
            <a:r>
              <a:rPr lang="nl-NL" sz="1100" dirty="0"/>
              <a:t>PUT /</a:t>
            </a:r>
            <a:r>
              <a:rPr lang="nl-NL" sz="1100" dirty="0" err="1"/>
              <a:t>api</a:t>
            </a:r>
            <a:r>
              <a:rPr lang="nl-NL" sz="1100" dirty="0"/>
              <a:t>/users/{</a:t>
            </a:r>
            <a:r>
              <a:rPr lang="nl-NL" sz="1100" dirty="0" err="1"/>
              <a:t>id</a:t>
            </a:r>
            <a:r>
              <a:rPr lang="nl-NL" sz="1100" dirty="0"/>
              <a:t>}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6C742516-75E7-2322-3C83-409C5DF36161}"/>
              </a:ext>
            </a:extLst>
          </p:cNvPr>
          <p:cNvSpPr/>
          <p:nvPr/>
        </p:nvSpPr>
        <p:spPr>
          <a:xfrm>
            <a:off x="5468594" y="3006708"/>
            <a:ext cx="1833412" cy="1544415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nl-NL" sz="1100" dirty="0" err="1"/>
              <a:t>UserService</a:t>
            </a:r>
            <a:br>
              <a:rPr lang="nl-NL" sz="1100" dirty="0"/>
            </a:br>
            <a:br>
              <a:rPr lang="nl-NL" sz="1100" dirty="0"/>
            </a:br>
            <a:r>
              <a:rPr lang="nl-NL" sz="1100" dirty="0" err="1"/>
              <a:t>ListUsers</a:t>
            </a:r>
            <a:r>
              <a:rPr lang="nl-NL" sz="1100" dirty="0"/>
              <a:t>()</a:t>
            </a:r>
            <a:br>
              <a:rPr lang="nl-NL" sz="1100" dirty="0"/>
            </a:br>
            <a:r>
              <a:rPr lang="nl-NL" sz="1100" dirty="0" err="1"/>
              <a:t>getUser</a:t>
            </a:r>
            <a:r>
              <a:rPr lang="nl-NL" sz="1100" dirty="0"/>
              <a:t>(</a:t>
            </a:r>
            <a:r>
              <a:rPr lang="nl-NL" sz="1100" dirty="0" err="1"/>
              <a:t>id</a:t>
            </a:r>
            <a:r>
              <a:rPr lang="nl-NL" sz="1100" dirty="0"/>
              <a:t>)</a:t>
            </a:r>
            <a:br>
              <a:rPr lang="nl-NL" sz="1100" dirty="0"/>
            </a:br>
            <a:r>
              <a:rPr lang="nl-NL" sz="1100" dirty="0" err="1"/>
              <a:t>createUser</a:t>
            </a:r>
            <a:r>
              <a:rPr lang="nl-NL" sz="1100" dirty="0"/>
              <a:t>(</a:t>
            </a:r>
            <a:r>
              <a:rPr lang="nl-NL" sz="1100" dirty="0" err="1"/>
              <a:t>userData</a:t>
            </a:r>
            <a:r>
              <a:rPr lang="nl-NL" sz="1100" dirty="0"/>
              <a:t>)</a:t>
            </a:r>
            <a:br>
              <a:rPr lang="nl-NL" sz="1100" dirty="0"/>
            </a:br>
            <a:r>
              <a:rPr lang="nl-NL" sz="1100" dirty="0" err="1"/>
              <a:t>updateUser</a:t>
            </a:r>
            <a:r>
              <a:rPr lang="nl-NL" sz="1100" dirty="0"/>
              <a:t>(</a:t>
            </a:r>
            <a:r>
              <a:rPr lang="nl-NL" sz="1100" dirty="0" err="1"/>
              <a:t>id</a:t>
            </a:r>
            <a:r>
              <a:rPr lang="nl-NL" sz="1100" dirty="0"/>
              <a:t>, </a:t>
            </a:r>
            <a:r>
              <a:rPr lang="nl-NL" sz="1100" dirty="0" err="1"/>
              <a:t>userData</a:t>
            </a:r>
            <a:r>
              <a:rPr lang="nl-NL" sz="1100" dirty="0"/>
              <a:t>)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90ADE81C-9352-62CC-CE0B-C3E8D0E1F35E}"/>
              </a:ext>
            </a:extLst>
          </p:cNvPr>
          <p:cNvSpPr/>
          <p:nvPr/>
        </p:nvSpPr>
        <p:spPr>
          <a:xfrm>
            <a:off x="9943966" y="4801955"/>
            <a:ext cx="2054949" cy="1544415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nl-NL" sz="1100" dirty="0"/>
              <a:t>&lt; JPA &lt; </a:t>
            </a:r>
            <a:r>
              <a:rPr lang="nl-NL" sz="1100" dirty="0" err="1"/>
              <a:t>UserEntityDAO</a:t>
            </a:r>
            <a:r>
              <a:rPr lang="nl-NL" sz="1100" dirty="0"/>
              <a:t> &gt; &gt;</a:t>
            </a:r>
            <a:br>
              <a:rPr lang="nl-NL" sz="1100" dirty="0"/>
            </a:br>
            <a:r>
              <a:rPr lang="nl-NL" sz="1100" dirty="0" err="1"/>
              <a:t>UserRepository</a:t>
            </a:r>
            <a:br>
              <a:rPr lang="nl-NL" sz="1100" dirty="0"/>
            </a:br>
            <a:br>
              <a:rPr lang="nl-NL" sz="1100" dirty="0"/>
            </a:br>
            <a:r>
              <a:rPr lang="nl-NL" sz="1100" dirty="0" err="1"/>
              <a:t>existsByUsername</a:t>
            </a:r>
            <a:r>
              <a:rPr lang="nl-NL" sz="1100" dirty="0"/>
              <a:t>(name)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17BB1391-B8D2-44CC-81B1-73C3B977D0F2}"/>
              </a:ext>
            </a:extLst>
          </p:cNvPr>
          <p:cNvSpPr/>
          <p:nvPr/>
        </p:nvSpPr>
        <p:spPr>
          <a:xfrm>
            <a:off x="9980563" y="1211461"/>
            <a:ext cx="1958615" cy="1544415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nl-NL" sz="1100" dirty="0" err="1"/>
              <a:t>UserEntityDAO</a:t>
            </a:r>
            <a:br>
              <a:rPr lang="nl-NL" sz="1100" dirty="0"/>
            </a:br>
            <a:br>
              <a:rPr lang="nl-NL" sz="1100" dirty="0"/>
            </a:br>
            <a:r>
              <a:rPr lang="nl-NL" sz="1100" dirty="0"/>
              <a:t>username</a:t>
            </a:r>
            <a:br>
              <a:rPr lang="nl-NL" sz="1100" dirty="0"/>
            </a:br>
            <a:r>
              <a:rPr lang="nl-NL" sz="1100" dirty="0"/>
              <a:t>email</a:t>
            </a:r>
            <a:br>
              <a:rPr lang="nl-NL" sz="1100" dirty="0"/>
            </a:br>
            <a:r>
              <a:rPr lang="nl-NL" sz="1100" dirty="0" err="1"/>
              <a:t>fullName</a:t>
            </a:r>
            <a:br>
              <a:rPr lang="nl-NL" sz="1100" dirty="0"/>
            </a:br>
            <a:endParaRPr lang="nl-NL" sz="1100" dirty="0"/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C994EF31-D9F3-1A68-9C57-6DD2BC18DF8D}"/>
              </a:ext>
            </a:extLst>
          </p:cNvPr>
          <p:cNvSpPr/>
          <p:nvPr/>
        </p:nvSpPr>
        <p:spPr>
          <a:xfrm>
            <a:off x="5468594" y="1214078"/>
            <a:ext cx="1833413" cy="1544415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nl-NL" sz="1100" dirty="0" err="1"/>
              <a:t>UserEntity</a:t>
            </a:r>
            <a:br>
              <a:rPr lang="nl-NL" sz="1100" dirty="0"/>
            </a:br>
            <a:br>
              <a:rPr lang="nl-NL" sz="1100" dirty="0"/>
            </a:br>
            <a:r>
              <a:rPr lang="nl-NL" sz="1100" dirty="0"/>
              <a:t>username</a:t>
            </a:r>
            <a:br>
              <a:rPr lang="nl-NL" sz="1100" dirty="0"/>
            </a:br>
            <a:r>
              <a:rPr lang="nl-NL" sz="1100" dirty="0"/>
              <a:t>email</a:t>
            </a:r>
            <a:br>
              <a:rPr lang="nl-NL" sz="1100" dirty="0"/>
            </a:br>
            <a:r>
              <a:rPr lang="nl-NL" sz="1100" dirty="0" err="1"/>
              <a:t>fullName</a:t>
            </a:r>
            <a:br>
              <a:rPr lang="nl-NL" sz="1100" dirty="0"/>
            </a:br>
            <a:endParaRPr lang="nl-NL" sz="1100" dirty="0"/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D6BED9A6-118D-556E-DD29-B7B6D37B86FC}"/>
              </a:ext>
            </a:extLst>
          </p:cNvPr>
          <p:cNvSpPr/>
          <p:nvPr/>
        </p:nvSpPr>
        <p:spPr>
          <a:xfrm>
            <a:off x="2657975" y="2738637"/>
            <a:ext cx="2403760" cy="1017234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nl-NL" sz="1100" dirty="0"/>
              <a:t>&lt;&lt; INTERFACE &gt;&gt;</a:t>
            </a:r>
            <a:br>
              <a:rPr lang="nl-NL" sz="1100" dirty="0"/>
            </a:br>
            <a:r>
              <a:rPr lang="nl-NL" sz="1100" dirty="0" err="1"/>
              <a:t>UserReader</a:t>
            </a:r>
            <a:br>
              <a:rPr lang="nl-NL" sz="1100" dirty="0"/>
            </a:br>
            <a:br>
              <a:rPr lang="nl-NL" sz="1100" dirty="0"/>
            </a:br>
            <a:r>
              <a:rPr lang="nl-NL" sz="1100" dirty="0" err="1"/>
              <a:t>ListUsers</a:t>
            </a:r>
            <a:r>
              <a:rPr lang="nl-NL" sz="1100" dirty="0"/>
              <a:t>()</a:t>
            </a:r>
            <a:br>
              <a:rPr lang="nl-NL" sz="1100" dirty="0"/>
            </a:br>
            <a:r>
              <a:rPr lang="nl-NL" sz="1100" dirty="0" err="1"/>
              <a:t>getUser</a:t>
            </a:r>
            <a:r>
              <a:rPr lang="nl-NL" sz="1100" dirty="0"/>
              <a:t>(</a:t>
            </a:r>
            <a:r>
              <a:rPr lang="nl-NL" sz="1100" dirty="0" err="1"/>
              <a:t>id</a:t>
            </a:r>
            <a:r>
              <a:rPr lang="nl-NL" sz="1100" dirty="0"/>
              <a:t>)</a:t>
            </a:r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4CC9BEF5-3B2F-9C24-5DF9-DF8593438601}"/>
              </a:ext>
            </a:extLst>
          </p:cNvPr>
          <p:cNvCxnSpPr>
            <a:cxnSpLocks/>
            <a:stCxn id="16" idx="1"/>
            <a:endCxn id="17" idx="3"/>
          </p:cNvCxnSpPr>
          <p:nvPr/>
        </p:nvCxnSpPr>
        <p:spPr>
          <a:xfrm flipH="1">
            <a:off x="7302007" y="1983669"/>
            <a:ext cx="2678556" cy="261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E9430D31-EF3D-6932-BA0B-BCAEAAAE8C30}"/>
              </a:ext>
            </a:extLst>
          </p:cNvPr>
          <p:cNvSpPr txBox="1"/>
          <p:nvPr/>
        </p:nvSpPr>
        <p:spPr>
          <a:xfrm>
            <a:off x="8641285" y="1649053"/>
            <a:ext cx="12975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dirty="0" err="1"/>
              <a:t>Maps</a:t>
            </a:r>
            <a:r>
              <a:rPr lang="nl-NL" dirty="0"/>
              <a:t> </a:t>
            </a:r>
            <a:r>
              <a:rPr lang="nl-NL" dirty="0" err="1"/>
              <a:t>to</a:t>
            </a:r>
            <a:endParaRPr lang="nl-NL" dirty="0"/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330AC069-0CCE-6BE0-A8AD-9A5E25F45B84}"/>
              </a:ext>
            </a:extLst>
          </p:cNvPr>
          <p:cNvCxnSpPr>
            <a:cxnSpLocks/>
            <a:stCxn id="5" idx="1"/>
            <a:endCxn id="19" idx="3"/>
          </p:cNvCxnSpPr>
          <p:nvPr/>
        </p:nvCxnSpPr>
        <p:spPr>
          <a:xfrm flipH="1" flipV="1">
            <a:off x="5061735" y="3247254"/>
            <a:ext cx="406859" cy="531662"/>
          </a:xfrm>
          <a:prstGeom prst="straightConnector1">
            <a:avLst/>
          </a:prstGeom>
          <a:ln w="19050" cap="flat" cmpd="sng" algn="ctr">
            <a:solidFill>
              <a:schemeClr val="accent1"/>
            </a:solidFill>
            <a:prstDash val="sysDash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EFD530F3-D456-7BAF-C92B-C8FDD6E21CB1}"/>
              </a:ext>
            </a:extLst>
          </p:cNvPr>
          <p:cNvSpPr/>
          <p:nvPr/>
        </p:nvSpPr>
        <p:spPr>
          <a:xfrm>
            <a:off x="7708865" y="3006708"/>
            <a:ext cx="1833412" cy="1544415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nl-NL" sz="1100" dirty="0"/>
              <a:t>&lt;&lt; INTERFACE &gt;&gt;</a:t>
            </a:r>
            <a:br>
              <a:rPr lang="nl-NL" sz="1100" dirty="0"/>
            </a:br>
            <a:r>
              <a:rPr lang="nl-NL" sz="1100" dirty="0" err="1"/>
              <a:t>UserStoragePort</a:t>
            </a:r>
            <a:br>
              <a:rPr lang="nl-NL" sz="1100" dirty="0"/>
            </a:br>
            <a:br>
              <a:rPr lang="nl-NL" sz="1100" dirty="0"/>
            </a:br>
            <a:r>
              <a:rPr lang="nl-NL" sz="1100" dirty="0"/>
              <a:t>save(</a:t>
            </a:r>
            <a:r>
              <a:rPr lang="nl-NL" sz="1100" dirty="0" err="1"/>
              <a:t>UserEntity</a:t>
            </a:r>
            <a:r>
              <a:rPr lang="nl-NL" sz="1100" dirty="0"/>
              <a:t>)</a:t>
            </a:r>
            <a:br>
              <a:rPr lang="nl-NL" sz="1100" dirty="0"/>
            </a:br>
            <a:r>
              <a:rPr lang="nl-NL" sz="1100" dirty="0"/>
              <a:t>update(</a:t>
            </a:r>
            <a:r>
              <a:rPr lang="nl-NL" sz="1100" dirty="0" err="1"/>
              <a:t>UserEntity</a:t>
            </a:r>
            <a:r>
              <a:rPr lang="nl-NL" sz="1100" dirty="0"/>
              <a:t>)</a:t>
            </a:r>
          </a:p>
          <a:p>
            <a:r>
              <a:rPr lang="nl-NL" sz="1100" dirty="0"/>
              <a:t>get(username)</a:t>
            </a:r>
          </a:p>
          <a:p>
            <a:r>
              <a:rPr lang="nl-NL" sz="1100" dirty="0" err="1"/>
              <a:t>getAll</a:t>
            </a:r>
            <a:r>
              <a:rPr lang="nl-NL" sz="1100" dirty="0"/>
              <a:t>()</a:t>
            </a:r>
          </a:p>
        </p:txBody>
      </p: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651E10BD-A275-9A3E-31A3-FDCAB6F8E210}"/>
              </a:ext>
            </a:extLst>
          </p:cNvPr>
          <p:cNvSpPr/>
          <p:nvPr/>
        </p:nvSpPr>
        <p:spPr>
          <a:xfrm>
            <a:off x="9943966" y="3006708"/>
            <a:ext cx="2054949" cy="1544415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nl-NL" sz="1100" dirty="0" err="1"/>
              <a:t>UserStorageAdapter</a:t>
            </a:r>
            <a:br>
              <a:rPr lang="nl-NL" sz="1100" dirty="0"/>
            </a:br>
            <a:br>
              <a:rPr lang="nl-NL" sz="1100" dirty="0"/>
            </a:br>
            <a:r>
              <a:rPr lang="nl-NL" sz="1100" dirty="0"/>
              <a:t>save(</a:t>
            </a:r>
            <a:r>
              <a:rPr lang="nl-NL" sz="1100" dirty="0" err="1"/>
              <a:t>UserEntity</a:t>
            </a:r>
            <a:r>
              <a:rPr lang="nl-NL" sz="1100" dirty="0"/>
              <a:t>)</a:t>
            </a:r>
            <a:br>
              <a:rPr lang="nl-NL" sz="1100" dirty="0"/>
            </a:br>
            <a:r>
              <a:rPr lang="nl-NL" sz="1100" dirty="0"/>
              <a:t>update(</a:t>
            </a:r>
            <a:r>
              <a:rPr lang="nl-NL" sz="1100" dirty="0" err="1"/>
              <a:t>UserEntity</a:t>
            </a:r>
            <a:r>
              <a:rPr lang="nl-NL" sz="1100" dirty="0"/>
              <a:t>)</a:t>
            </a:r>
          </a:p>
          <a:p>
            <a:r>
              <a:rPr lang="nl-NL" sz="1100" dirty="0"/>
              <a:t>get(username)</a:t>
            </a:r>
          </a:p>
          <a:p>
            <a:r>
              <a:rPr lang="nl-NL" sz="1100" dirty="0" err="1"/>
              <a:t>getAll</a:t>
            </a:r>
            <a:r>
              <a:rPr lang="nl-NL" sz="1100" dirty="0"/>
              <a:t>()</a:t>
            </a:r>
          </a:p>
        </p:txBody>
      </p: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21BD02E2-4153-2BFD-9FC3-1613CEB4FA92}"/>
              </a:ext>
            </a:extLst>
          </p:cNvPr>
          <p:cNvCxnSpPr>
            <a:cxnSpLocks/>
            <a:stCxn id="29" idx="1"/>
            <a:endCxn id="28" idx="3"/>
          </p:cNvCxnSpPr>
          <p:nvPr/>
        </p:nvCxnSpPr>
        <p:spPr>
          <a:xfrm flipH="1">
            <a:off x="9542277" y="3778916"/>
            <a:ext cx="401689" cy="0"/>
          </a:xfrm>
          <a:prstGeom prst="straightConnector1">
            <a:avLst/>
          </a:prstGeom>
          <a:ln w="19050" cap="flat" cmpd="sng" algn="ctr">
            <a:solidFill>
              <a:schemeClr val="accent1"/>
            </a:solidFill>
            <a:prstDash val="sysDash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9FDB7F92-C023-1352-D6FE-52BAF293C4CC}"/>
              </a:ext>
            </a:extLst>
          </p:cNvPr>
          <p:cNvCxnSpPr>
            <a:cxnSpLocks/>
            <a:stCxn id="4" idx="3"/>
            <a:endCxn id="19" idx="1"/>
          </p:cNvCxnSpPr>
          <p:nvPr/>
        </p:nvCxnSpPr>
        <p:spPr>
          <a:xfrm flipV="1">
            <a:off x="2268312" y="3247254"/>
            <a:ext cx="389663" cy="531662"/>
          </a:xfrm>
          <a:prstGeom prst="straightConnector1">
            <a:avLst/>
          </a:prstGeom>
          <a:ln w="19050" cap="flat" cmpd="sng" algn="ctr">
            <a:solidFill>
              <a:schemeClr val="accent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78" name="Straight Arrow Connector 77">
            <a:extLst>
              <a:ext uri="{FF2B5EF4-FFF2-40B4-BE49-F238E27FC236}">
                <a16:creationId xmlns:a16="http://schemas.microsoft.com/office/drawing/2014/main" id="{B66470D4-2CF2-201E-D95F-2EE88559E987}"/>
              </a:ext>
            </a:extLst>
          </p:cNvPr>
          <p:cNvCxnSpPr>
            <a:cxnSpLocks/>
            <a:stCxn id="5" idx="3"/>
            <a:endCxn id="28" idx="1"/>
          </p:cNvCxnSpPr>
          <p:nvPr/>
        </p:nvCxnSpPr>
        <p:spPr>
          <a:xfrm>
            <a:off x="7302006" y="3778916"/>
            <a:ext cx="406859" cy="0"/>
          </a:xfrm>
          <a:prstGeom prst="straightConnector1">
            <a:avLst/>
          </a:prstGeom>
          <a:ln w="19050" cap="flat" cmpd="sng" algn="ctr">
            <a:solidFill>
              <a:schemeClr val="accent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83" name="Rectangle: Rounded Corners 82">
            <a:extLst>
              <a:ext uri="{FF2B5EF4-FFF2-40B4-BE49-F238E27FC236}">
                <a16:creationId xmlns:a16="http://schemas.microsoft.com/office/drawing/2014/main" id="{16110EE5-B226-4AAD-F48C-ED2461DB8C95}"/>
              </a:ext>
            </a:extLst>
          </p:cNvPr>
          <p:cNvSpPr/>
          <p:nvPr/>
        </p:nvSpPr>
        <p:spPr>
          <a:xfrm>
            <a:off x="309698" y="1214078"/>
            <a:ext cx="1958615" cy="1544415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nl-NL" sz="1100" dirty="0" err="1"/>
              <a:t>UserEntityDTO</a:t>
            </a:r>
            <a:br>
              <a:rPr lang="nl-NL" sz="1100" dirty="0"/>
            </a:br>
            <a:br>
              <a:rPr lang="nl-NL" sz="1100" dirty="0"/>
            </a:br>
            <a:r>
              <a:rPr lang="nl-NL" sz="1100" dirty="0"/>
              <a:t>username</a:t>
            </a:r>
            <a:br>
              <a:rPr lang="nl-NL" sz="1100" dirty="0"/>
            </a:br>
            <a:r>
              <a:rPr lang="nl-NL" sz="1100" dirty="0"/>
              <a:t>email</a:t>
            </a:r>
            <a:br>
              <a:rPr lang="nl-NL" sz="1100" dirty="0"/>
            </a:br>
            <a:r>
              <a:rPr lang="nl-NL" sz="1100" dirty="0" err="1"/>
              <a:t>fullName</a:t>
            </a:r>
            <a:br>
              <a:rPr lang="nl-NL" sz="1100" dirty="0"/>
            </a:br>
            <a:endParaRPr lang="nl-NL" sz="1100" dirty="0"/>
          </a:p>
        </p:txBody>
      </p:sp>
      <p:cxnSp>
        <p:nvCxnSpPr>
          <p:cNvPr id="85" name="Straight Arrow Connector 84">
            <a:extLst>
              <a:ext uri="{FF2B5EF4-FFF2-40B4-BE49-F238E27FC236}">
                <a16:creationId xmlns:a16="http://schemas.microsoft.com/office/drawing/2014/main" id="{EECCA91B-E378-5220-9243-FAB80CABD59F}"/>
              </a:ext>
            </a:extLst>
          </p:cNvPr>
          <p:cNvCxnSpPr>
            <a:cxnSpLocks/>
            <a:stCxn id="4" idx="0"/>
            <a:endCxn id="83" idx="2"/>
          </p:cNvCxnSpPr>
          <p:nvPr/>
        </p:nvCxnSpPr>
        <p:spPr>
          <a:xfrm flipV="1">
            <a:off x="1289005" y="2758493"/>
            <a:ext cx="1" cy="24821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Straight Arrow Connector 86">
            <a:extLst>
              <a:ext uri="{FF2B5EF4-FFF2-40B4-BE49-F238E27FC236}">
                <a16:creationId xmlns:a16="http://schemas.microsoft.com/office/drawing/2014/main" id="{9090BF84-A3D0-5389-EF68-7980A81151A3}"/>
              </a:ext>
            </a:extLst>
          </p:cNvPr>
          <p:cNvCxnSpPr>
            <a:stCxn id="5" idx="0"/>
            <a:endCxn id="17" idx="2"/>
          </p:cNvCxnSpPr>
          <p:nvPr/>
        </p:nvCxnSpPr>
        <p:spPr>
          <a:xfrm flipV="1">
            <a:off x="6385300" y="2758493"/>
            <a:ext cx="1" cy="24821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Straight Arrow Connector 88">
            <a:extLst>
              <a:ext uri="{FF2B5EF4-FFF2-40B4-BE49-F238E27FC236}">
                <a16:creationId xmlns:a16="http://schemas.microsoft.com/office/drawing/2014/main" id="{D4BAE03E-F558-7FA8-CAAA-6C6A07B64148}"/>
              </a:ext>
            </a:extLst>
          </p:cNvPr>
          <p:cNvCxnSpPr>
            <a:stCxn id="83" idx="3"/>
            <a:endCxn id="17" idx="1"/>
          </p:cNvCxnSpPr>
          <p:nvPr/>
        </p:nvCxnSpPr>
        <p:spPr>
          <a:xfrm>
            <a:off x="2268313" y="1986286"/>
            <a:ext cx="3200281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2" name="TextBox 91">
            <a:extLst>
              <a:ext uri="{FF2B5EF4-FFF2-40B4-BE49-F238E27FC236}">
                <a16:creationId xmlns:a16="http://schemas.microsoft.com/office/drawing/2014/main" id="{5060978C-245D-EDC2-7F6C-67D4E054C1B9}"/>
              </a:ext>
            </a:extLst>
          </p:cNvPr>
          <p:cNvSpPr txBox="1"/>
          <p:nvPr/>
        </p:nvSpPr>
        <p:spPr>
          <a:xfrm>
            <a:off x="2831739" y="1662798"/>
            <a:ext cx="12975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dirty="0" err="1"/>
              <a:t>Maps</a:t>
            </a:r>
            <a:r>
              <a:rPr lang="nl-NL" dirty="0"/>
              <a:t> </a:t>
            </a:r>
            <a:r>
              <a:rPr lang="nl-NL" dirty="0" err="1"/>
              <a:t>from</a:t>
            </a:r>
            <a:endParaRPr lang="nl-NL" dirty="0"/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3B90E07E-E4C4-9AF8-030C-BFFEBD296335}"/>
              </a:ext>
            </a:extLst>
          </p:cNvPr>
          <p:cNvSpPr/>
          <p:nvPr/>
        </p:nvSpPr>
        <p:spPr>
          <a:xfrm>
            <a:off x="2675171" y="3784720"/>
            <a:ext cx="2403760" cy="1017235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nl-NL" sz="1100" dirty="0"/>
              <a:t>&lt;&lt; INTERFACE &gt;&gt;</a:t>
            </a:r>
            <a:br>
              <a:rPr lang="nl-NL" sz="1100" dirty="0"/>
            </a:br>
            <a:r>
              <a:rPr lang="nl-NL" sz="1100" dirty="0" err="1"/>
              <a:t>UserWriter</a:t>
            </a:r>
            <a:br>
              <a:rPr lang="nl-NL" sz="1100" dirty="0"/>
            </a:br>
            <a:br>
              <a:rPr lang="nl-NL" sz="1100" dirty="0"/>
            </a:br>
            <a:r>
              <a:rPr lang="nl-NL" sz="1100" dirty="0" err="1"/>
              <a:t>ListUsers</a:t>
            </a:r>
            <a:r>
              <a:rPr lang="nl-NL" sz="1100" dirty="0"/>
              <a:t>()</a:t>
            </a:r>
            <a:br>
              <a:rPr lang="nl-NL" sz="1100" dirty="0"/>
            </a:br>
            <a:r>
              <a:rPr lang="nl-NL" sz="1100" dirty="0" err="1"/>
              <a:t>getUser</a:t>
            </a:r>
            <a:r>
              <a:rPr lang="nl-NL" sz="1100" dirty="0"/>
              <a:t>(</a:t>
            </a:r>
            <a:r>
              <a:rPr lang="nl-NL" sz="1100" dirty="0" err="1"/>
              <a:t>id</a:t>
            </a:r>
            <a:r>
              <a:rPr lang="nl-NL" sz="1100" dirty="0"/>
              <a:t>)</a:t>
            </a: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F7EC048B-3156-82E8-6A76-AE19FDEB12B9}"/>
              </a:ext>
            </a:extLst>
          </p:cNvPr>
          <p:cNvCxnSpPr>
            <a:cxnSpLocks/>
            <a:stCxn id="4" idx="3"/>
            <a:endCxn id="2" idx="1"/>
          </p:cNvCxnSpPr>
          <p:nvPr/>
        </p:nvCxnSpPr>
        <p:spPr>
          <a:xfrm>
            <a:off x="2268312" y="3778916"/>
            <a:ext cx="406859" cy="514422"/>
          </a:xfrm>
          <a:prstGeom prst="straightConnector1">
            <a:avLst/>
          </a:prstGeom>
          <a:ln w="19050" cap="flat" cmpd="sng" algn="ctr">
            <a:solidFill>
              <a:schemeClr val="accent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573D63EA-CB91-F375-FA46-40C2B537A345}"/>
              </a:ext>
            </a:extLst>
          </p:cNvPr>
          <p:cNvCxnSpPr>
            <a:cxnSpLocks/>
            <a:stCxn id="5" idx="1"/>
            <a:endCxn id="2" idx="3"/>
          </p:cNvCxnSpPr>
          <p:nvPr/>
        </p:nvCxnSpPr>
        <p:spPr>
          <a:xfrm flipH="1">
            <a:off x="5078931" y="3778916"/>
            <a:ext cx="389663" cy="514422"/>
          </a:xfrm>
          <a:prstGeom prst="straightConnector1">
            <a:avLst/>
          </a:prstGeom>
          <a:ln w="19050" cap="flat" cmpd="sng" algn="ctr">
            <a:solidFill>
              <a:schemeClr val="accent1"/>
            </a:solidFill>
            <a:prstDash val="sysDash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A2459968-AD5B-0477-1F24-364FBC22E491}"/>
              </a:ext>
            </a:extLst>
          </p:cNvPr>
          <p:cNvCxnSpPr>
            <a:cxnSpLocks/>
            <a:stCxn id="29" idx="2"/>
            <a:endCxn id="6" idx="0"/>
          </p:cNvCxnSpPr>
          <p:nvPr/>
        </p:nvCxnSpPr>
        <p:spPr>
          <a:xfrm>
            <a:off x="10971441" y="4551123"/>
            <a:ext cx="0" cy="250832"/>
          </a:xfrm>
          <a:prstGeom prst="straightConnector1">
            <a:avLst/>
          </a:prstGeom>
          <a:ln w="19050" cap="flat" cmpd="sng" algn="ctr">
            <a:solidFill>
              <a:schemeClr val="accent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3A902A68-DC91-53B0-7BA6-0FBA85A6AEF6}"/>
              </a:ext>
            </a:extLst>
          </p:cNvPr>
          <p:cNvCxnSpPr>
            <a:cxnSpLocks/>
            <a:endCxn id="16" idx="2"/>
          </p:cNvCxnSpPr>
          <p:nvPr/>
        </p:nvCxnSpPr>
        <p:spPr>
          <a:xfrm flipH="1" flipV="1">
            <a:off x="10959871" y="2755876"/>
            <a:ext cx="11570" cy="250832"/>
          </a:xfrm>
          <a:prstGeom prst="straightConnector1">
            <a:avLst/>
          </a:prstGeom>
          <a:ln w="19050" cap="flat" cmpd="sng" algn="ctr">
            <a:solidFill>
              <a:schemeClr val="accent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60107617"/>
      </p:ext>
    </p:extLst>
  </p:cSld>
  <p:clrMapOvr>
    <a:masterClrMapping/>
  </p:clrMapOvr>
</p:sld>
</file>

<file path=ppt/theme/theme1.xml><?xml version="1.0" encoding="utf-8"?>
<a:theme xmlns:a="http://schemas.openxmlformats.org/drawingml/2006/main" name="3DFloatVTI">
  <a:themeElements>
    <a:clrScheme name="Float">
      <a:dk1>
        <a:sysClr val="windowText" lastClr="000000"/>
      </a:dk1>
      <a:lt1>
        <a:sysClr val="window" lastClr="FFFFFF"/>
      </a:lt1>
      <a:dk2>
        <a:srgbClr val="1B192E"/>
      </a:dk2>
      <a:lt2>
        <a:srgbClr val="EAE5EB"/>
      </a:lt2>
      <a:accent1>
        <a:srgbClr val="13BE89"/>
      </a:accent1>
      <a:accent2>
        <a:srgbClr val="12B1BF"/>
      </a:accent2>
      <a:accent3>
        <a:srgbClr val="D40AA8"/>
      </a:accent3>
      <a:accent4>
        <a:srgbClr val="B86E62"/>
      </a:accent4>
      <a:accent5>
        <a:srgbClr val="A3A3C1"/>
      </a:accent5>
      <a:accent6>
        <a:srgbClr val="37335B"/>
      </a:accent6>
      <a:hlink>
        <a:srgbClr val="0066FF"/>
      </a:hlink>
      <a:folHlink>
        <a:srgbClr val="666699"/>
      </a:folHlink>
    </a:clrScheme>
    <a:fontScheme name="Float">
      <a:majorFont>
        <a:latin typeface="Walbaum Display"/>
        <a:ea typeface=""/>
        <a:cs typeface=""/>
      </a:majorFont>
      <a:minorFont>
        <a:latin typeface="Gill Sans M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_72976247_TF33713516_Win32" id="{C9C73F77-1299-46BD-A98D-712DA75E4A48}" vid="{9E515F3A-6247-4FE7-BE8D-6121BA67C204}"/>
    </a:ext>
  </a:extLst>
</a:theme>
</file>

<file path=ppt/theme/theme2.xml><?xml version="1.0" encoding="utf-8"?>
<a:theme xmlns:a="http://schemas.openxmlformats.org/drawingml/2006/main" name="Office-thema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-thema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2F49CD38-5B57-4682-9FCE-B9174068D0AE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797783A8-901D-4F73-81D7-AA6841BEB3D7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1F342EE1-43E5-4AFB-895D-B61B9656DC14}">
  <ds:schemaRefs>
    <ds:schemaRef ds:uri="http://schemas.microsoft.com/office/2006/documentManagement/types"/>
    <ds:schemaRef ds:uri="http://schemas.microsoft.com/sharepoint/v3"/>
    <ds:schemaRef ds:uri="http://purl.org/dc/dcmitype/"/>
    <ds:schemaRef ds:uri="http://purl.org/dc/elements/1.1/"/>
    <ds:schemaRef ds:uri="http://purl.org/dc/terms/"/>
    <ds:schemaRef ds:uri="http://schemas.microsoft.com/office/infopath/2007/PartnerControls"/>
    <ds:schemaRef ds:uri="http://schemas.microsoft.com/office/2006/metadata/properties"/>
    <ds:schemaRef ds:uri="http://www.w3.org/XML/1998/namespace"/>
    <ds:schemaRef ds:uri="http://schemas.openxmlformats.org/package/2006/metadata/core-properties"/>
    <ds:schemaRef ds:uri="230e9df3-be65-4c73-a93b-d1236ebd677e"/>
    <ds:schemaRef ds:uri="16c05727-aa75-4e4a-9b5f-8a80a1165891"/>
    <ds:schemaRef ds:uri="71af3243-3dd4-4a8d-8c0d-dd76da1f02a5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{39C14732-AC71-4805-BF59-C10E68E064F3}TF7eddf224-c89c-478f-8f2f-bfb086892169f3ae2bd8_win32-8ae04a34dca3</Template>
  <TotalTime>0</TotalTime>
  <Words>1106</Words>
  <Application>Microsoft Office PowerPoint</Application>
  <PresentationFormat>Widescreen</PresentationFormat>
  <Paragraphs>206</Paragraphs>
  <Slides>23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31" baseType="lpstr">
      <vt:lpstr>Arial</vt:lpstr>
      <vt:lpstr>Calibri</vt:lpstr>
      <vt:lpstr>Cascadia Mono Light</vt:lpstr>
      <vt:lpstr>Courier New</vt:lpstr>
      <vt:lpstr>Gill Sans MT</vt:lpstr>
      <vt:lpstr>JetBrains Mono</vt:lpstr>
      <vt:lpstr>Walbaum Display</vt:lpstr>
      <vt:lpstr>3DFloatVTI</vt:lpstr>
      <vt:lpstr>Hexagonal* Architecture** ***   *    or ports and adapters **   or design pattern *** or maintainable code</vt:lpstr>
      <vt:lpstr>Randy Vroegop</vt:lpstr>
      <vt:lpstr>Writing simple code is hard.</vt:lpstr>
      <vt:lpstr>PowerPoint Presentation</vt:lpstr>
      <vt:lpstr>PowerPoint Presentation</vt:lpstr>
      <vt:lpstr>PowerPoint Presentation</vt:lpstr>
      <vt:lpstr>SOLID</vt:lpstr>
      <vt:lpstr>Single responsibility</vt:lpstr>
      <vt:lpstr>Open / Closed</vt:lpstr>
      <vt:lpstr>Liskov Substitution Principle</vt:lpstr>
      <vt:lpstr>Interface Segregation principle</vt:lpstr>
      <vt:lpstr>PowerPoint Presentation</vt:lpstr>
      <vt:lpstr>PowerPoint Presentation</vt:lpstr>
      <vt:lpstr>Dependency Inversion</vt:lpstr>
      <vt:lpstr>Dependency Inversion</vt:lpstr>
      <vt:lpstr>Dependency Inversion</vt:lpstr>
      <vt:lpstr>Dependency Inversion</vt:lpstr>
      <vt:lpstr>Dependency Inversion</vt:lpstr>
      <vt:lpstr>Ports and Adapters AKA Hexagonal Architecture</vt:lpstr>
      <vt:lpstr>PowerPoint Presentation</vt:lpstr>
      <vt:lpstr>github.com/vroegop/hexagonal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Randy Vroegop</dc:creator>
  <cp:lastModifiedBy>Randy Vroegop</cp:lastModifiedBy>
  <cp:revision>2</cp:revision>
  <dcterms:created xsi:type="dcterms:W3CDTF">2025-11-07T07:50:50Z</dcterms:created>
  <dcterms:modified xsi:type="dcterms:W3CDTF">2025-11-07T15:29:36Z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  <property fmtid="{D5CDD505-2E9C-101B-9397-08002B2CF9AE}" pid="3" name="MediaServiceImageTags">
    <vt:lpwstr/>
  </property>
</Properties>
</file>